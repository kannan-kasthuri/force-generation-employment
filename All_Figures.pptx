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797"/>
    <a:srgbClr val="F69200"/>
    <a:srgbClr val="DCD828"/>
    <a:srgbClr val="FFCC66"/>
    <a:srgbClr val="FF99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A90558-5BBB-4F72-9B9A-AA5F61F3C692}" v="239" dt="2025-10-23T14:23:38.6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3" d="100"/>
          <a:sy n="93" d="100"/>
        </p:scale>
        <p:origin x="127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nan, Kasthuri Dr." userId="9ea54fb7-f98c-4747-8abc-f0709b2f5aa0" providerId="ADAL" clId="{405EB855-B13F-4C4C-9D85-5B3D51E971D1}"/>
    <pc:docChg chg="undo redo custSel addSld delSld modSld modMainMaster">
      <pc:chgData name="Kannan, Kasthuri Dr." userId="9ea54fb7-f98c-4747-8abc-f0709b2f5aa0" providerId="ADAL" clId="{405EB855-B13F-4C4C-9D85-5B3D51E971D1}" dt="2025-10-23T16:19:49.858" v="3916" actId="166"/>
      <pc:docMkLst>
        <pc:docMk/>
      </pc:docMkLst>
      <pc:sldChg chg="addSp delSp modSp mod setBg">
        <pc:chgData name="Kannan, Kasthuri Dr." userId="9ea54fb7-f98c-4747-8abc-f0709b2f5aa0" providerId="ADAL" clId="{405EB855-B13F-4C4C-9D85-5B3D51E971D1}" dt="2025-10-20T04:13:22.735" v="1633" actId="14100"/>
        <pc:sldMkLst>
          <pc:docMk/>
          <pc:sldMk cId="3641441445" sldId="256"/>
        </pc:sldMkLst>
        <pc:spChg chg="add mod">
          <ac:chgData name="Kannan, Kasthuri Dr." userId="9ea54fb7-f98c-4747-8abc-f0709b2f5aa0" providerId="ADAL" clId="{405EB855-B13F-4C4C-9D85-5B3D51E971D1}" dt="2025-10-20T03:20:53.632" v="1627" actId="1076"/>
          <ac:spMkLst>
            <pc:docMk/>
            <pc:sldMk cId="3641441445" sldId="256"/>
            <ac:spMk id="22" creationId="{F5CAEA84-5C5D-82B6-C96B-A298DC4EA2DC}"/>
          </ac:spMkLst>
        </pc:spChg>
        <pc:spChg chg="add mod">
          <ac:chgData name="Kannan, Kasthuri Dr." userId="9ea54fb7-f98c-4747-8abc-f0709b2f5aa0" providerId="ADAL" clId="{405EB855-B13F-4C4C-9D85-5B3D51E971D1}" dt="2025-10-20T04:13:11.183" v="1632" actId="1076"/>
          <ac:spMkLst>
            <pc:docMk/>
            <pc:sldMk cId="3641441445" sldId="256"/>
            <ac:spMk id="29" creationId="{6119EACE-6831-863C-93D6-70E69E194210}"/>
          </ac:spMkLst>
        </pc:spChg>
        <pc:spChg chg="add mod">
          <ac:chgData name="Kannan, Kasthuri Dr." userId="9ea54fb7-f98c-4747-8abc-f0709b2f5aa0" providerId="ADAL" clId="{405EB855-B13F-4C4C-9D85-5B3D51E971D1}" dt="2025-10-19T22:18:58.145" v="1319" actId="208"/>
          <ac:spMkLst>
            <pc:docMk/>
            <pc:sldMk cId="3641441445" sldId="256"/>
            <ac:spMk id="31" creationId="{904BBF55-31D0-3782-3A01-A0ADBEB0A147}"/>
          </ac:spMkLst>
        </pc:spChg>
        <pc:spChg chg="add mod">
          <ac:chgData name="Kannan, Kasthuri Dr." userId="9ea54fb7-f98c-4747-8abc-f0709b2f5aa0" providerId="ADAL" clId="{405EB855-B13F-4C4C-9D85-5B3D51E971D1}" dt="2025-10-19T22:22:11.084" v="1480" actId="207"/>
          <ac:spMkLst>
            <pc:docMk/>
            <pc:sldMk cId="3641441445" sldId="256"/>
            <ac:spMk id="44" creationId="{578A3D36-20F1-704D-63E1-6718D59E9D55}"/>
          </ac:spMkLst>
        </pc:spChg>
        <pc:spChg chg="add mod">
          <ac:chgData name="Kannan, Kasthuri Dr." userId="9ea54fb7-f98c-4747-8abc-f0709b2f5aa0" providerId="ADAL" clId="{405EB855-B13F-4C4C-9D85-5B3D51E971D1}" dt="2025-10-19T22:18:51.555" v="1318" actId="208"/>
          <ac:spMkLst>
            <pc:docMk/>
            <pc:sldMk cId="3641441445" sldId="256"/>
            <ac:spMk id="49" creationId="{29B6C80A-1572-0EF7-777B-C85AF1760D3A}"/>
          </ac:spMkLst>
        </pc:spChg>
        <pc:picChg chg="mod">
          <ac:chgData name="Kannan, Kasthuri Dr." userId="9ea54fb7-f98c-4747-8abc-f0709b2f5aa0" providerId="ADAL" clId="{405EB855-B13F-4C4C-9D85-5B3D51E971D1}" dt="2025-10-20T03:21:21.933" v="1629" actId="1036"/>
          <ac:picMkLst>
            <pc:docMk/>
            <pc:sldMk cId="3641441445" sldId="256"/>
            <ac:picMk id="7" creationId="{791E39A5-AFB4-2148-1571-5E616638D2D9}"/>
          </ac:picMkLst>
        </pc:picChg>
        <pc:cxnChg chg="add mod">
          <ac:chgData name="Kannan, Kasthuri Dr." userId="9ea54fb7-f98c-4747-8abc-f0709b2f5aa0" providerId="ADAL" clId="{405EB855-B13F-4C4C-9D85-5B3D51E971D1}" dt="2025-10-20T04:13:22.735" v="1633" actId="14100"/>
          <ac:cxnSpMkLst>
            <pc:docMk/>
            <pc:sldMk cId="3641441445" sldId="256"/>
            <ac:cxnSpMk id="25" creationId="{5733F54F-5E29-87C7-6101-127D04BE7AB7}"/>
          </ac:cxnSpMkLst>
        </pc:cxnChg>
        <pc:cxnChg chg="add mod">
          <ac:chgData name="Kannan, Kasthuri Dr." userId="9ea54fb7-f98c-4747-8abc-f0709b2f5aa0" providerId="ADAL" clId="{405EB855-B13F-4C4C-9D85-5B3D51E971D1}" dt="2025-10-20T02:52:42.459" v="1560" actId="208"/>
          <ac:cxnSpMkLst>
            <pc:docMk/>
            <pc:sldMk cId="3641441445" sldId="256"/>
            <ac:cxnSpMk id="30" creationId="{4F7B793C-4FA3-ECA8-51E0-10653C13EA40}"/>
          </ac:cxnSpMkLst>
        </pc:cxnChg>
        <pc:cxnChg chg="add del mod">
          <ac:chgData name="Kannan, Kasthuri Dr." userId="9ea54fb7-f98c-4747-8abc-f0709b2f5aa0" providerId="ADAL" clId="{405EB855-B13F-4C4C-9D85-5B3D51E971D1}" dt="2025-10-20T03:20:52.949" v="1626" actId="14100"/>
          <ac:cxnSpMkLst>
            <pc:docMk/>
            <pc:sldMk cId="3641441445" sldId="256"/>
            <ac:cxnSpMk id="35" creationId="{45FBD767-E0AC-654A-E322-C2ED348E97B0}"/>
          </ac:cxnSpMkLst>
        </pc:cxnChg>
        <pc:cxnChg chg="add mod">
          <ac:chgData name="Kannan, Kasthuri Dr." userId="9ea54fb7-f98c-4747-8abc-f0709b2f5aa0" providerId="ADAL" clId="{405EB855-B13F-4C4C-9D85-5B3D51E971D1}" dt="2025-10-20T02:52:57.474" v="1561" actId="14100"/>
          <ac:cxnSpMkLst>
            <pc:docMk/>
            <pc:sldMk cId="3641441445" sldId="256"/>
            <ac:cxnSpMk id="45" creationId="{42B1C041-EECA-A583-60F7-B46B5CFBF776}"/>
          </ac:cxnSpMkLst>
        </pc:cxnChg>
        <pc:cxnChg chg="add mod">
          <ac:chgData name="Kannan, Kasthuri Dr." userId="9ea54fb7-f98c-4747-8abc-f0709b2f5aa0" providerId="ADAL" clId="{405EB855-B13F-4C4C-9D85-5B3D51E971D1}" dt="2025-10-20T02:53:12.676" v="1562" actId="14100"/>
          <ac:cxnSpMkLst>
            <pc:docMk/>
            <pc:sldMk cId="3641441445" sldId="256"/>
            <ac:cxnSpMk id="60" creationId="{610748D9-7FF4-A5C4-32FE-985D32486300}"/>
          </ac:cxnSpMkLst>
        </pc:cxnChg>
      </pc:sldChg>
      <pc:sldChg chg="addSp delSp modSp new mod">
        <pc:chgData name="Kannan, Kasthuri Dr." userId="9ea54fb7-f98c-4747-8abc-f0709b2f5aa0" providerId="ADAL" clId="{405EB855-B13F-4C4C-9D85-5B3D51E971D1}" dt="2025-10-21T13:57:35.833" v="2722" actId="14100"/>
        <pc:sldMkLst>
          <pc:docMk/>
          <pc:sldMk cId="1492778634" sldId="257"/>
        </pc:sldMkLst>
        <pc:spChg chg="add mod">
          <ac:chgData name="Kannan, Kasthuri Dr." userId="9ea54fb7-f98c-4747-8abc-f0709b2f5aa0" providerId="ADAL" clId="{405EB855-B13F-4C4C-9D85-5B3D51E971D1}" dt="2025-10-21T13:28:47.161" v="2015" actId="1076"/>
          <ac:spMkLst>
            <pc:docMk/>
            <pc:sldMk cId="1492778634" sldId="257"/>
            <ac:spMk id="10" creationId="{4384AC37-31B3-0118-BC17-39773A0DA900}"/>
          </ac:spMkLst>
        </pc:spChg>
        <pc:spChg chg="add mod">
          <ac:chgData name="Kannan, Kasthuri Dr." userId="9ea54fb7-f98c-4747-8abc-f0709b2f5aa0" providerId="ADAL" clId="{405EB855-B13F-4C4C-9D85-5B3D51E971D1}" dt="2025-10-21T13:28:47.161" v="2015" actId="1076"/>
          <ac:spMkLst>
            <pc:docMk/>
            <pc:sldMk cId="1492778634" sldId="257"/>
            <ac:spMk id="11" creationId="{FAC41B95-74CD-AD3C-315E-FF4D6665DA78}"/>
          </ac:spMkLst>
        </pc:spChg>
        <pc:spChg chg="add mod">
          <ac:chgData name="Kannan, Kasthuri Dr." userId="9ea54fb7-f98c-4747-8abc-f0709b2f5aa0" providerId="ADAL" clId="{405EB855-B13F-4C4C-9D85-5B3D51E971D1}" dt="2025-10-21T13:28:47.161" v="2015" actId="1076"/>
          <ac:spMkLst>
            <pc:docMk/>
            <pc:sldMk cId="1492778634" sldId="257"/>
            <ac:spMk id="26" creationId="{BBC3A2DB-DF9A-F9B0-0353-6C1007793AEE}"/>
          </ac:spMkLst>
        </pc:spChg>
        <pc:spChg chg="add mod">
          <ac:chgData name="Kannan, Kasthuri Dr." userId="9ea54fb7-f98c-4747-8abc-f0709b2f5aa0" providerId="ADAL" clId="{405EB855-B13F-4C4C-9D85-5B3D51E971D1}" dt="2025-10-21T13:53:03.031" v="2720" actId="1076"/>
          <ac:spMkLst>
            <pc:docMk/>
            <pc:sldMk cId="1492778634" sldId="257"/>
            <ac:spMk id="27" creationId="{C3A5B0B6-F238-7D3B-FACA-F5E20C058741}"/>
          </ac:spMkLst>
        </pc:spChg>
        <pc:spChg chg="add mod">
          <ac:chgData name="Kannan, Kasthuri Dr." userId="9ea54fb7-f98c-4747-8abc-f0709b2f5aa0" providerId="ADAL" clId="{405EB855-B13F-4C4C-9D85-5B3D51E971D1}" dt="2025-10-21T13:28:47.161" v="2015" actId="1076"/>
          <ac:spMkLst>
            <pc:docMk/>
            <pc:sldMk cId="1492778634" sldId="257"/>
            <ac:spMk id="28" creationId="{B1884806-325F-4EBC-6AB4-4EB25122AA19}"/>
          </ac:spMkLst>
        </pc:spChg>
        <pc:spChg chg="add mod">
          <ac:chgData name="Kannan, Kasthuri Dr." userId="9ea54fb7-f98c-4747-8abc-f0709b2f5aa0" providerId="ADAL" clId="{405EB855-B13F-4C4C-9D85-5B3D51E971D1}" dt="2025-10-21T13:28:47.161" v="2015" actId="1076"/>
          <ac:spMkLst>
            <pc:docMk/>
            <pc:sldMk cId="1492778634" sldId="257"/>
            <ac:spMk id="29" creationId="{F2100F55-9088-6DB5-F41E-8D2CD909E744}"/>
          </ac:spMkLst>
        </pc:spChg>
        <pc:spChg chg="add mod">
          <ac:chgData name="Kannan, Kasthuri Dr." userId="9ea54fb7-f98c-4747-8abc-f0709b2f5aa0" providerId="ADAL" clId="{405EB855-B13F-4C4C-9D85-5B3D51E971D1}" dt="2025-10-21T13:28:47.161" v="2015" actId="1076"/>
          <ac:spMkLst>
            <pc:docMk/>
            <pc:sldMk cId="1492778634" sldId="257"/>
            <ac:spMk id="30" creationId="{B7E1F7C9-CF63-C8B1-3C94-3A3AAAED62BD}"/>
          </ac:spMkLst>
        </pc:spChg>
        <pc:spChg chg="add mod">
          <ac:chgData name="Kannan, Kasthuri Dr." userId="9ea54fb7-f98c-4747-8abc-f0709b2f5aa0" providerId="ADAL" clId="{405EB855-B13F-4C4C-9D85-5B3D51E971D1}" dt="2025-10-21T13:28:47.161" v="2015" actId="1076"/>
          <ac:spMkLst>
            <pc:docMk/>
            <pc:sldMk cId="1492778634" sldId="257"/>
            <ac:spMk id="31" creationId="{9C5519CA-F3A8-50F8-5AE4-ECD80BE69B8A}"/>
          </ac:spMkLst>
        </pc:spChg>
        <pc:spChg chg="add mod">
          <ac:chgData name="Kannan, Kasthuri Dr." userId="9ea54fb7-f98c-4747-8abc-f0709b2f5aa0" providerId="ADAL" clId="{405EB855-B13F-4C4C-9D85-5B3D51E971D1}" dt="2025-10-21T13:34:53.812" v="2163" actId="1076"/>
          <ac:spMkLst>
            <pc:docMk/>
            <pc:sldMk cId="1492778634" sldId="257"/>
            <ac:spMk id="32" creationId="{3808C055-96B1-236D-7501-6319087BD886}"/>
          </ac:spMkLst>
        </pc:spChg>
        <pc:spChg chg="add mod">
          <ac:chgData name="Kannan, Kasthuri Dr." userId="9ea54fb7-f98c-4747-8abc-f0709b2f5aa0" providerId="ADAL" clId="{405EB855-B13F-4C4C-9D85-5B3D51E971D1}" dt="2025-10-21T13:34:53.812" v="2163" actId="1076"/>
          <ac:spMkLst>
            <pc:docMk/>
            <pc:sldMk cId="1492778634" sldId="257"/>
            <ac:spMk id="33" creationId="{473CA2AF-B286-6DF4-75BC-873575640B5B}"/>
          </ac:spMkLst>
        </pc:spChg>
        <pc:spChg chg="add mod">
          <ac:chgData name="Kannan, Kasthuri Dr." userId="9ea54fb7-f98c-4747-8abc-f0709b2f5aa0" providerId="ADAL" clId="{405EB855-B13F-4C4C-9D85-5B3D51E971D1}" dt="2025-10-21T13:34:53.812" v="2163" actId="1076"/>
          <ac:spMkLst>
            <pc:docMk/>
            <pc:sldMk cId="1492778634" sldId="257"/>
            <ac:spMk id="34" creationId="{28BEAA00-5EBF-E3B2-A2CE-FEAD69DCCFBF}"/>
          </ac:spMkLst>
        </pc:spChg>
        <pc:spChg chg="add mod">
          <ac:chgData name="Kannan, Kasthuri Dr." userId="9ea54fb7-f98c-4747-8abc-f0709b2f5aa0" providerId="ADAL" clId="{405EB855-B13F-4C4C-9D85-5B3D51E971D1}" dt="2025-10-21T13:34:53.812" v="2163" actId="1076"/>
          <ac:spMkLst>
            <pc:docMk/>
            <pc:sldMk cId="1492778634" sldId="257"/>
            <ac:spMk id="35" creationId="{83A1C871-7B1C-C695-93A4-9A10E33A1B66}"/>
          </ac:spMkLst>
        </pc:spChg>
        <pc:spChg chg="add mod">
          <ac:chgData name="Kannan, Kasthuri Dr." userId="9ea54fb7-f98c-4747-8abc-f0709b2f5aa0" providerId="ADAL" clId="{405EB855-B13F-4C4C-9D85-5B3D51E971D1}" dt="2025-10-21T13:34:53.812" v="2163" actId="1076"/>
          <ac:spMkLst>
            <pc:docMk/>
            <pc:sldMk cId="1492778634" sldId="257"/>
            <ac:spMk id="36" creationId="{0E9ED0F2-24DB-9989-59D5-0A1D70C8E630}"/>
          </ac:spMkLst>
        </pc:spChg>
        <pc:spChg chg="add mod">
          <ac:chgData name="Kannan, Kasthuri Dr." userId="9ea54fb7-f98c-4747-8abc-f0709b2f5aa0" providerId="ADAL" clId="{405EB855-B13F-4C4C-9D85-5B3D51E971D1}" dt="2025-10-21T13:34:53.812" v="2163" actId="1076"/>
          <ac:spMkLst>
            <pc:docMk/>
            <pc:sldMk cId="1492778634" sldId="257"/>
            <ac:spMk id="37" creationId="{F1EDA173-A34D-00C1-A613-14ECCC59CB9B}"/>
          </ac:spMkLst>
        </pc:spChg>
        <pc:spChg chg="add mod">
          <ac:chgData name="Kannan, Kasthuri Dr." userId="9ea54fb7-f98c-4747-8abc-f0709b2f5aa0" providerId="ADAL" clId="{405EB855-B13F-4C4C-9D85-5B3D51E971D1}" dt="2025-10-21T13:53:03.031" v="2720" actId="1076"/>
          <ac:spMkLst>
            <pc:docMk/>
            <pc:sldMk cId="1492778634" sldId="257"/>
            <ac:spMk id="38" creationId="{1C958F33-BA95-99FD-15F6-4FB7320EC056}"/>
          </ac:spMkLst>
        </pc:spChg>
        <pc:spChg chg="add mod">
          <ac:chgData name="Kannan, Kasthuri Dr." userId="9ea54fb7-f98c-4747-8abc-f0709b2f5aa0" providerId="ADAL" clId="{405EB855-B13F-4C4C-9D85-5B3D51E971D1}" dt="2025-10-21T13:34:53.812" v="2163" actId="1076"/>
          <ac:spMkLst>
            <pc:docMk/>
            <pc:sldMk cId="1492778634" sldId="257"/>
            <ac:spMk id="39" creationId="{2CD63724-CDC2-90E3-7FE6-E5B694AB5D11}"/>
          </ac:spMkLst>
        </pc:spChg>
        <pc:spChg chg="add mod">
          <ac:chgData name="Kannan, Kasthuri Dr." userId="9ea54fb7-f98c-4747-8abc-f0709b2f5aa0" providerId="ADAL" clId="{405EB855-B13F-4C4C-9D85-5B3D51E971D1}" dt="2025-10-21T13:53:03.031" v="2720" actId="1076"/>
          <ac:spMkLst>
            <pc:docMk/>
            <pc:sldMk cId="1492778634" sldId="257"/>
            <ac:spMk id="40" creationId="{D056D1B5-DA15-FB51-2270-5AE8A0D60B77}"/>
          </ac:spMkLst>
        </pc:spChg>
        <pc:spChg chg="add mod">
          <ac:chgData name="Kannan, Kasthuri Dr." userId="9ea54fb7-f98c-4747-8abc-f0709b2f5aa0" providerId="ADAL" clId="{405EB855-B13F-4C4C-9D85-5B3D51E971D1}" dt="2025-10-21T13:36:29.533" v="2192" actId="20577"/>
          <ac:spMkLst>
            <pc:docMk/>
            <pc:sldMk cId="1492778634" sldId="257"/>
            <ac:spMk id="41" creationId="{64D2DCE8-E4D6-725C-6DE4-B8D329C8C11F}"/>
          </ac:spMkLst>
        </pc:spChg>
        <pc:spChg chg="add mod">
          <ac:chgData name="Kannan, Kasthuri Dr." userId="9ea54fb7-f98c-4747-8abc-f0709b2f5aa0" providerId="ADAL" clId="{405EB855-B13F-4C4C-9D85-5B3D51E971D1}" dt="2025-10-21T13:36:36.612" v="2204" actId="20577"/>
          <ac:spMkLst>
            <pc:docMk/>
            <pc:sldMk cId="1492778634" sldId="257"/>
            <ac:spMk id="42" creationId="{F50BB8FD-4F9F-FDE3-6109-82427A0BAD6C}"/>
          </ac:spMkLst>
        </pc:spChg>
        <pc:spChg chg="add mod">
          <ac:chgData name="Kannan, Kasthuri Dr." userId="9ea54fb7-f98c-4747-8abc-f0709b2f5aa0" providerId="ADAL" clId="{405EB855-B13F-4C4C-9D85-5B3D51E971D1}" dt="2025-10-21T13:36:42.373" v="2209" actId="20577"/>
          <ac:spMkLst>
            <pc:docMk/>
            <pc:sldMk cId="1492778634" sldId="257"/>
            <ac:spMk id="43" creationId="{66092F1A-13A5-13E8-078E-80A589144407}"/>
          </ac:spMkLst>
        </pc:spChg>
        <pc:spChg chg="add mod">
          <ac:chgData name="Kannan, Kasthuri Dr." userId="9ea54fb7-f98c-4747-8abc-f0709b2f5aa0" providerId="ADAL" clId="{405EB855-B13F-4C4C-9D85-5B3D51E971D1}" dt="2025-10-21T13:37:00.830" v="2223" actId="20577"/>
          <ac:spMkLst>
            <pc:docMk/>
            <pc:sldMk cId="1492778634" sldId="257"/>
            <ac:spMk id="44" creationId="{59A8939D-FB03-79C4-9979-A44057F16C88}"/>
          </ac:spMkLst>
        </pc:spChg>
        <pc:spChg chg="add mod">
          <ac:chgData name="Kannan, Kasthuri Dr." userId="9ea54fb7-f98c-4747-8abc-f0709b2f5aa0" providerId="ADAL" clId="{405EB855-B13F-4C4C-9D85-5B3D51E971D1}" dt="2025-10-21T13:37:15.945" v="2233" actId="20577"/>
          <ac:spMkLst>
            <pc:docMk/>
            <pc:sldMk cId="1492778634" sldId="257"/>
            <ac:spMk id="45" creationId="{771D1AD8-F258-5FF0-45E5-6AB7661D1FD1}"/>
          </ac:spMkLst>
        </pc:spChg>
        <pc:spChg chg="add mod">
          <ac:chgData name="Kannan, Kasthuri Dr." userId="9ea54fb7-f98c-4747-8abc-f0709b2f5aa0" providerId="ADAL" clId="{405EB855-B13F-4C4C-9D85-5B3D51E971D1}" dt="2025-10-21T13:37:23.661" v="2248" actId="20577"/>
          <ac:spMkLst>
            <pc:docMk/>
            <pc:sldMk cId="1492778634" sldId="257"/>
            <ac:spMk id="46" creationId="{6D15AD51-986D-EBB9-30B6-4E20E3BA0B58}"/>
          </ac:spMkLst>
        </pc:spChg>
        <pc:spChg chg="add mod">
          <ac:chgData name="Kannan, Kasthuri Dr." userId="9ea54fb7-f98c-4747-8abc-f0709b2f5aa0" providerId="ADAL" clId="{405EB855-B13F-4C4C-9D85-5B3D51E971D1}" dt="2025-10-21T13:37:29.579" v="2265" actId="20577"/>
          <ac:spMkLst>
            <pc:docMk/>
            <pc:sldMk cId="1492778634" sldId="257"/>
            <ac:spMk id="47" creationId="{ED7E491A-597F-D3F0-1675-6D5AF69DFD39}"/>
          </ac:spMkLst>
        </pc:spChg>
        <pc:spChg chg="add mod">
          <ac:chgData name="Kannan, Kasthuri Dr." userId="9ea54fb7-f98c-4747-8abc-f0709b2f5aa0" providerId="ADAL" clId="{405EB855-B13F-4C4C-9D85-5B3D51E971D1}" dt="2025-10-21T13:40:06.569" v="2294" actId="14100"/>
          <ac:spMkLst>
            <pc:docMk/>
            <pc:sldMk cId="1492778634" sldId="257"/>
            <ac:spMk id="55" creationId="{9B3C6B99-2028-1C51-072C-F670492721B0}"/>
          </ac:spMkLst>
        </pc:spChg>
        <pc:spChg chg="add mod">
          <ac:chgData name="Kannan, Kasthuri Dr." userId="9ea54fb7-f98c-4747-8abc-f0709b2f5aa0" providerId="ADAL" clId="{405EB855-B13F-4C4C-9D85-5B3D51E971D1}" dt="2025-10-21T13:40:17.560" v="2310" actId="14100"/>
          <ac:spMkLst>
            <pc:docMk/>
            <pc:sldMk cId="1492778634" sldId="257"/>
            <ac:spMk id="56" creationId="{038CB4C0-AB18-19E0-540A-97CECC22D3EB}"/>
          </ac:spMkLst>
        </pc:spChg>
        <pc:spChg chg="add mod">
          <ac:chgData name="Kannan, Kasthuri Dr." userId="9ea54fb7-f98c-4747-8abc-f0709b2f5aa0" providerId="ADAL" clId="{405EB855-B13F-4C4C-9D85-5B3D51E971D1}" dt="2025-10-21T13:40:40.131" v="2325" actId="20577"/>
          <ac:spMkLst>
            <pc:docMk/>
            <pc:sldMk cId="1492778634" sldId="257"/>
            <ac:spMk id="57" creationId="{6FC8EA6D-0639-ADE1-0B1D-9D2EAF0E180C}"/>
          </ac:spMkLst>
        </pc:spChg>
        <pc:spChg chg="add mod">
          <ac:chgData name="Kannan, Kasthuri Dr." userId="9ea54fb7-f98c-4747-8abc-f0709b2f5aa0" providerId="ADAL" clId="{405EB855-B13F-4C4C-9D85-5B3D51E971D1}" dt="2025-10-21T13:40:45.245" v="2334" actId="20577"/>
          <ac:spMkLst>
            <pc:docMk/>
            <pc:sldMk cId="1492778634" sldId="257"/>
            <ac:spMk id="58" creationId="{988353A5-13BA-53D8-F9F0-21994226ECF9}"/>
          </ac:spMkLst>
        </pc:spChg>
        <pc:spChg chg="add mod">
          <ac:chgData name="Kannan, Kasthuri Dr." userId="9ea54fb7-f98c-4747-8abc-f0709b2f5aa0" providerId="ADAL" clId="{405EB855-B13F-4C4C-9D85-5B3D51E971D1}" dt="2025-10-21T13:53:03.031" v="2720" actId="1076"/>
          <ac:spMkLst>
            <pc:docMk/>
            <pc:sldMk cId="1492778634" sldId="257"/>
            <ac:spMk id="59" creationId="{23F02EF3-DCC9-B128-1BEC-08E833A221B7}"/>
          </ac:spMkLst>
        </pc:spChg>
        <pc:spChg chg="add mod">
          <ac:chgData name="Kannan, Kasthuri Dr." userId="9ea54fb7-f98c-4747-8abc-f0709b2f5aa0" providerId="ADAL" clId="{405EB855-B13F-4C4C-9D85-5B3D51E971D1}" dt="2025-10-21T13:41:06.883" v="2358" actId="20577"/>
          <ac:spMkLst>
            <pc:docMk/>
            <pc:sldMk cId="1492778634" sldId="257"/>
            <ac:spMk id="60" creationId="{4BEFEF76-26DE-4B31-EF5C-55E463701B0A}"/>
          </ac:spMkLst>
        </pc:spChg>
        <pc:spChg chg="add mod">
          <ac:chgData name="Kannan, Kasthuri Dr." userId="9ea54fb7-f98c-4747-8abc-f0709b2f5aa0" providerId="ADAL" clId="{405EB855-B13F-4C4C-9D85-5B3D51E971D1}" dt="2025-10-21T13:41:15.923" v="2373" actId="20577"/>
          <ac:spMkLst>
            <pc:docMk/>
            <pc:sldMk cId="1492778634" sldId="257"/>
            <ac:spMk id="61" creationId="{3D24DEED-A7E5-86A7-1737-7B2D329F9A4A}"/>
          </ac:spMkLst>
        </pc:spChg>
        <pc:spChg chg="add mod">
          <ac:chgData name="Kannan, Kasthuri Dr." userId="9ea54fb7-f98c-4747-8abc-f0709b2f5aa0" providerId="ADAL" clId="{405EB855-B13F-4C4C-9D85-5B3D51E971D1}" dt="2025-10-21T13:41:22.003" v="2388" actId="20577"/>
          <ac:spMkLst>
            <pc:docMk/>
            <pc:sldMk cId="1492778634" sldId="257"/>
            <ac:spMk id="62" creationId="{6273916A-6D5E-0DF9-4E39-7BB197B079A4}"/>
          </ac:spMkLst>
        </pc:spChg>
        <pc:spChg chg="add mod">
          <ac:chgData name="Kannan, Kasthuri Dr." userId="9ea54fb7-f98c-4747-8abc-f0709b2f5aa0" providerId="ADAL" clId="{405EB855-B13F-4C4C-9D85-5B3D51E971D1}" dt="2025-10-21T13:57:35.833" v="2722" actId="14100"/>
          <ac:spMkLst>
            <pc:docMk/>
            <pc:sldMk cId="1492778634" sldId="257"/>
            <ac:spMk id="63" creationId="{9B07C594-40A4-AC03-6265-6DE12B8979DB}"/>
          </ac:spMkLst>
        </pc:spChg>
        <pc:spChg chg="add mod">
          <ac:chgData name="Kannan, Kasthuri Dr." userId="9ea54fb7-f98c-4747-8abc-f0709b2f5aa0" providerId="ADAL" clId="{405EB855-B13F-4C4C-9D85-5B3D51E971D1}" dt="2025-10-21T13:44:14.135" v="2434" actId="20577"/>
          <ac:spMkLst>
            <pc:docMk/>
            <pc:sldMk cId="1492778634" sldId="257"/>
            <ac:spMk id="64" creationId="{840DF257-C839-D51B-6536-2994D051E24D}"/>
          </ac:spMkLst>
        </pc:spChg>
        <pc:spChg chg="add mod">
          <ac:chgData name="Kannan, Kasthuri Dr." userId="9ea54fb7-f98c-4747-8abc-f0709b2f5aa0" providerId="ADAL" clId="{405EB855-B13F-4C4C-9D85-5B3D51E971D1}" dt="2025-10-21T13:44:21.851" v="2444" actId="20577"/>
          <ac:spMkLst>
            <pc:docMk/>
            <pc:sldMk cId="1492778634" sldId="257"/>
            <ac:spMk id="65" creationId="{C3D095E0-DC93-9B85-5B07-3BAD73674CDE}"/>
          </ac:spMkLst>
        </pc:spChg>
        <pc:spChg chg="add mod">
          <ac:chgData name="Kannan, Kasthuri Dr." userId="9ea54fb7-f98c-4747-8abc-f0709b2f5aa0" providerId="ADAL" clId="{405EB855-B13F-4C4C-9D85-5B3D51E971D1}" dt="2025-10-21T13:44:39.690" v="2455" actId="20577"/>
          <ac:spMkLst>
            <pc:docMk/>
            <pc:sldMk cId="1492778634" sldId="257"/>
            <ac:spMk id="66" creationId="{E039C567-5964-8B1B-9D99-D4572939B730}"/>
          </ac:spMkLst>
        </pc:spChg>
        <pc:spChg chg="add mod">
          <ac:chgData name="Kannan, Kasthuri Dr." userId="9ea54fb7-f98c-4747-8abc-f0709b2f5aa0" providerId="ADAL" clId="{405EB855-B13F-4C4C-9D85-5B3D51E971D1}" dt="2025-10-21T13:44:47.894" v="2473" actId="20577"/>
          <ac:spMkLst>
            <pc:docMk/>
            <pc:sldMk cId="1492778634" sldId="257"/>
            <ac:spMk id="67" creationId="{27CD31D9-A9F2-0458-46BC-0B3B46373DEA}"/>
          </ac:spMkLst>
        </pc:spChg>
        <pc:spChg chg="add mod">
          <ac:chgData name="Kannan, Kasthuri Dr." userId="9ea54fb7-f98c-4747-8abc-f0709b2f5aa0" providerId="ADAL" clId="{405EB855-B13F-4C4C-9D85-5B3D51E971D1}" dt="2025-10-21T13:44:53.032" v="2482" actId="20577"/>
          <ac:spMkLst>
            <pc:docMk/>
            <pc:sldMk cId="1492778634" sldId="257"/>
            <ac:spMk id="68" creationId="{9DFEFEEE-8E20-3EB4-BA18-4CF65367C87D}"/>
          </ac:spMkLst>
        </pc:spChg>
        <pc:spChg chg="add mod">
          <ac:chgData name="Kannan, Kasthuri Dr." userId="9ea54fb7-f98c-4747-8abc-f0709b2f5aa0" providerId="ADAL" clId="{405EB855-B13F-4C4C-9D85-5B3D51E971D1}" dt="2025-10-21T13:53:03.031" v="2720" actId="1076"/>
          <ac:spMkLst>
            <pc:docMk/>
            <pc:sldMk cId="1492778634" sldId="257"/>
            <ac:spMk id="69" creationId="{AACD8526-8DF8-5836-C1BA-10F735FA9C0D}"/>
          </ac:spMkLst>
        </pc:spChg>
        <pc:spChg chg="add mod">
          <ac:chgData name="Kannan, Kasthuri Dr." userId="9ea54fb7-f98c-4747-8abc-f0709b2f5aa0" providerId="ADAL" clId="{405EB855-B13F-4C4C-9D85-5B3D51E971D1}" dt="2025-10-21T13:53:03.031" v="2720" actId="1076"/>
          <ac:spMkLst>
            <pc:docMk/>
            <pc:sldMk cId="1492778634" sldId="257"/>
            <ac:spMk id="70" creationId="{1265AF82-E069-223C-EE72-46646A33863F}"/>
          </ac:spMkLst>
        </pc:spChg>
        <pc:spChg chg="add mod">
          <ac:chgData name="Kannan, Kasthuri Dr." userId="9ea54fb7-f98c-4747-8abc-f0709b2f5aa0" providerId="ADAL" clId="{405EB855-B13F-4C4C-9D85-5B3D51E971D1}" dt="2025-10-21T13:46:52.303" v="2520" actId="20577"/>
          <ac:spMkLst>
            <pc:docMk/>
            <pc:sldMk cId="1492778634" sldId="257"/>
            <ac:spMk id="71" creationId="{B2995455-E8C3-8E0E-2D2B-334F6CF33B64}"/>
          </ac:spMkLst>
        </pc:spChg>
        <pc:spChg chg="add mod">
          <ac:chgData name="Kannan, Kasthuri Dr." userId="9ea54fb7-f98c-4747-8abc-f0709b2f5aa0" providerId="ADAL" clId="{405EB855-B13F-4C4C-9D85-5B3D51E971D1}" dt="2025-10-21T13:46:59.698" v="2537" actId="20577"/>
          <ac:spMkLst>
            <pc:docMk/>
            <pc:sldMk cId="1492778634" sldId="257"/>
            <ac:spMk id="72" creationId="{5ADC5EFB-8B7E-83E2-7FE9-CA9DB75D761A}"/>
          </ac:spMkLst>
        </pc:spChg>
        <pc:spChg chg="add mod">
          <ac:chgData name="Kannan, Kasthuri Dr." userId="9ea54fb7-f98c-4747-8abc-f0709b2f5aa0" providerId="ADAL" clId="{405EB855-B13F-4C4C-9D85-5B3D51E971D1}" dt="2025-10-21T13:47:06.348" v="2545" actId="20577"/>
          <ac:spMkLst>
            <pc:docMk/>
            <pc:sldMk cId="1492778634" sldId="257"/>
            <ac:spMk id="73" creationId="{706AFAD5-2893-D6D6-2B8B-D68D6181F131}"/>
          </ac:spMkLst>
        </pc:spChg>
        <pc:spChg chg="add mod">
          <ac:chgData name="Kannan, Kasthuri Dr." userId="9ea54fb7-f98c-4747-8abc-f0709b2f5aa0" providerId="ADAL" clId="{405EB855-B13F-4C4C-9D85-5B3D51E971D1}" dt="2025-10-21T13:46:36.146" v="2511" actId="1038"/>
          <ac:spMkLst>
            <pc:docMk/>
            <pc:sldMk cId="1492778634" sldId="257"/>
            <ac:spMk id="74" creationId="{83FAEE33-DCB1-3C61-AD5B-72CB52EE82E6}"/>
          </ac:spMkLst>
        </pc:spChg>
        <pc:spChg chg="add mod">
          <ac:chgData name="Kannan, Kasthuri Dr." userId="9ea54fb7-f98c-4747-8abc-f0709b2f5aa0" providerId="ADAL" clId="{405EB855-B13F-4C4C-9D85-5B3D51E971D1}" dt="2025-10-21T13:47:24.615" v="2555" actId="20577"/>
          <ac:spMkLst>
            <pc:docMk/>
            <pc:sldMk cId="1492778634" sldId="257"/>
            <ac:spMk id="75" creationId="{2A674408-F048-9E29-478F-D8D40507B5AB}"/>
          </ac:spMkLst>
        </pc:spChg>
        <pc:spChg chg="add mod">
          <ac:chgData name="Kannan, Kasthuri Dr." userId="9ea54fb7-f98c-4747-8abc-f0709b2f5aa0" providerId="ADAL" clId="{405EB855-B13F-4C4C-9D85-5B3D51E971D1}" dt="2025-10-21T13:47:40.836" v="2572" actId="20577"/>
          <ac:spMkLst>
            <pc:docMk/>
            <pc:sldMk cId="1492778634" sldId="257"/>
            <ac:spMk id="76" creationId="{9CAFC4CF-A06B-00C7-A220-123F51F1ED02}"/>
          </ac:spMkLst>
        </pc:spChg>
        <pc:spChg chg="add mod">
          <ac:chgData name="Kannan, Kasthuri Dr." userId="9ea54fb7-f98c-4747-8abc-f0709b2f5aa0" providerId="ADAL" clId="{405EB855-B13F-4C4C-9D85-5B3D51E971D1}" dt="2025-10-21T13:47:46.324" v="2581" actId="20577"/>
          <ac:spMkLst>
            <pc:docMk/>
            <pc:sldMk cId="1492778634" sldId="257"/>
            <ac:spMk id="77" creationId="{19C039F6-A7D0-C530-1CAA-76DB4A73233D}"/>
          </ac:spMkLst>
        </pc:spChg>
        <pc:spChg chg="add mod">
          <ac:chgData name="Kannan, Kasthuri Dr." userId="9ea54fb7-f98c-4747-8abc-f0709b2f5aa0" providerId="ADAL" clId="{405EB855-B13F-4C4C-9D85-5B3D51E971D1}" dt="2025-10-21T13:53:03.031" v="2720" actId="1076"/>
          <ac:spMkLst>
            <pc:docMk/>
            <pc:sldMk cId="1492778634" sldId="257"/>
            <ac:spMk id="78" creationId="{D5895142-E0A0-8D8E-1BA9-6D3B713A1C3B}"/>
          </ac:spMkLst>
        </pc:spChg>
        <pc:spChg chg="add mod">
          <ac:chgData name="Kannan, Kasthuri Dr." userId="9ea54fb7-f98c-4747-8abc-f0709b2f5aa0" providerId="ADAL" clId="{405EB855-B13F-4C4C-9D85-5B3D51E971D1}" dt="2025-10-21T13:53:03.031" v="2720" actId="1076"/>
          <ac:spMkLst>
            <pc:docMk/>
            <pc:sldMk cId="1492778634" sldId="257"/>
            <ac:spMk id="79" creationId="{9CF3D040-FDF6-455C-E174-3F8D958F8356}"/>
          </ac:spMkLst>
        </pc:spChg>
        <pc:spChg chg="add mod">
          <ac:chgData name="Kannan, Kasthuri Dr." userId="9ea54fb7-f98c-4747-8abc-f0709b2f5aa0" providerId="ADAL" clId="{405EB855-B13F-4C4C-9D85-5B3D51E971D1}" dt="2025-10-21T13:53:03.031" v="2720" actId="1076"/>
          <ac:spMkLst>
            <pc:docMk/>
            <pc:sldMk cId="1492778634" sldId="257"/>
            <ac:spMk id="80" creationId="{CD4DA9B6-1505-D621-B927-444695583A52}"/>
          </ac:spMkLst>
        </pc:spChg>
        <pc:spChg chg="add mod">
          <ac:chgData name="Kannan, Kasthuri Dr." userId="9ea54fb7-f98c-4747-8abc-f0709b2f5aa0" providerId="ADAL" clId="{405EB855-B13F-4C4C-9D85-5B3D51E971D1}" dt="2025-10-21T13:51:00.145" v="2639" actId="20577"/>
          <ac:spMkLst>
            <pc:docMk/>
            <pc:sldMk cId="1492778634" sldId="257"/>
            <ac:spMk id="81" creationId="{4B9C3B81-3AE6-98EE-25F5-E89D60497660}"/>
          </ac:spMkLst>
        </pc:spChg>
        <pc:spChg chg="add mod">
          <ac:chgData name="Kannan, Kasthuri Dr." userId="9ea54fb7-f98c-4747-8abc-f0709b2f5aa0" providerId="ADAL" clId="{405EB855-B13F-4C4C-9D85-5B3D51E971D1}" dt="2025-10-21T13:53:03.031" v="2720" actId="1076"/>
          <ac:spMkLst>
            <pc:docMk/>
            <pc:sldMk cId="1492778634" sldId="257"/>
            <ac:spMk id="82" creationId="{BC159D27-7285-5EF0-FDDF-1656A40299E4}"/>
          </ac:spMkLst>
        </pc:spChg>
        <pc:spChg chg="add mod">
          <ac:chgData name="Kannan, Kasthuri Dr." userId="9ea54fb7-f98c-4747-8abc-f0709b2f5aa0" providerId="ADAL" clId="{405EB855-B13F-4C4C-9D85-5B3D51E971D1}" dt="2025-10-21T13:51:36.823" v="2685" actId="313"/>
          <ac:spMkLst>
            <pc:docMk/>
            <pc:sldMk cId="1492778634" sldId="257"/>
            <ac:spMk id="83" creationId="{82967FD7-31A4-00D3-8F3F-2A7CED077C20}"/>
          </ac:spMkLst>
        </pc:spChg>
        <pc:spChg chg="add mod">
          <ac:chgData name="Kannan, Kasthuri Dr." userId="9ea54fb7-f98c-4747-8abc-f0709b2f5aa0" providerId="ADAL" clId="{405EB855-B13F-4C4C-9D85-5B3D51E971D1}" dt="2025-10-21T13:51:31.539" v="2684" actId="20577"/>
          <ac:spMkLst>
            <pc:docMk/>
            <pc:sldMk cId="1492778634" sldId="257"/>
            <ac:spMk id="84" creationId="{B6F0ED01-A5D1-39FA-D456-4732672478F5}"/>
          </ac:spMkLst>
        </pc:spChg>
        <pc:spChg chg="add mod">
          <ac:chgData name="Kannan, Kasthuri Dr." userId="9ea54fb7-f98c-4747-8abc-f0709b2f5aa0" providerId="ADAL" clId="{405EB855-B13F-4C4C-9D85-5B3D51E971D1}" dt="2025-10-21T13:52:00.810" v="2704" actId="14100"/>
          <ac:spMkLst>
            <pc:docMk/>
            <pc:sldMk cId="1492778634" sldId="257"/>
            <ac:spMk id="85" creationId="{35F72DF8-BC55-51F7-B2B1-8068E5E1614A}"/>
          </ac:spMkLst>
        </pc:spChg>
        <pc:spChg chg="add mod">
          <ac:chgData name="Kannan, Kasthuri Dr." userId="9ea54fb7-f98c-4747-8abc-f0709b2f5aa0" providerId="ADAL" clId="{405EB855-B13F-4C4C-9D85-5B3D51E971D1}" dt="2025-10-21T13:52:09.376" v="2719" actId="20577"/>
          <ac:spMkLst>
            <pc:docMk/>
            <pc:sldMk cId="1492778634" sldId="257"/>
            <ac:spMk id="86" creationId="{9971592C-6A44-DBE5-3ACA-6F91DE3F3B2B}"/>
          </ac:spMkLst>
        </pc:spChg>
        <pc:picChg chg="add mod">
          <ac:chgData name="Kannan, Kasthuri Dr." userId="9ea54fb7-f98c-4747-8abc-f0709b2f5aa0" providerId="ADAL" clId="{405EB855-B13F-4C4C-9D85-5B3D51E971D1}" dt="2025-10-21T13:28:47.161" v="2015" actId="1076"/>
          <ac:picMkLst>
            <pc:docMk/>
            <pc:sldMk cId="1492778634" sldId="257"/>
            <ac:picMk id="5" creationId="{AABDE250-E8B3-FCBB-FDAD-40560F842140}"/>
          </ac:picMkLst>
        </pc:picChg>
        <pc:picChg chg="add mod">
          <ac:chgData name="Kannan, Kasthuri Dr." userId="9ea54fb7-f98c-4747-8abc-f0709b2f5aa0" providerId="ADAL" clId="{405EB855-B13F-4C4C-9D85-5B3D51E971D1}" dt="2025-10-21T13:19:03.920" v="1718" actId="1076"/>
          <ac:picMkLst>
            <pc:docMk/>
            <pc:sldMk cId="1492778634" sldId="257"/>
            <ac:picMk id="7" creationId="{5132BD68-3368-84E7-7816-2B87C545F6F6}"/>
          </ac:picMkLst>
        </pc:picChg>
        <pc:picChg chg="add mod">
          <ac:chgData name="Kannan, Kasthuri Dr." userId="9ea54fb7-f98c-4747-8abc-f0709b2f5aa0" providerId="ADAL" clId="{405EB855-B13F-4C4C-9D85-5B3D51E971D1}" dt="2025-10-21T13:18:39.082" v="1715" actId="1076"/>
          <ac:picMkLst>
            <pc:docMk/>
            <pc:sldMk cId="1492778634" sldId="257"/>
            <ac:picMk id="9" creationId="{6C0D130F-9073-C232-AF0B-A2A5914A4A1F}"/>
          </ac:picMkLst>
        </pc:picChg>
        <pc:picChg chg="add mod">
          <ac:chgData name="Kannan, Kasthuri Dr." userId="9ea54fb7-f98c-4747-8abc-f0709b2f5aa0" providerId="ADAL" clId="{405EB855-B13F-4C4C-9D85-5B3D51E971D1}" dt="2025-10-21T13:19:14.994" v="1719" actId="1076"/>
          <ac:picMkLst>
            <pc:docMk/>
            <pc:sldMk cId="1492778634" sldId="257"/>
            <ac:picMk id="13" creationId="{4F504647-4225-6072-2884-2A87EB1651CA}"/>
          </ac:picMkLst>
        </pc:picChg>
        <pc:picChg chg="add mod">
          <ac:chgData name="Kannan, Kasthuri Dr." userId="9ea54fb7-f98c-4747-8abc-f0709b2f5aa0" providerId="ADAL" clId="{405EB855-B13F-4C4C-9D85-5B3D51E971D1}" dt="2025-10-21T13:28:47.161" v="2015" actId="1076"/>
          <ac:picMkLst>
            <pc:docMk/>
            <pc:sldMk cId="1492778634" sldId="257"/>
            <ac:picMk id="15" creationId="{CE414176-977F-5E1B-5543-8438F6450DA4}"/>
          </ac:picMkLst>
        </pc:picChg>
        <pc:picChg chg="add mod">
          <ac:chgData name="Kannan, Kasthuri Dr." userId="9ea54fb7-f98c-4747-8abc-f0709b2f5aa0" providerId="ADAL" clId="{405EB855-B13F-4C4C-9D85-5B3D51E971D1}" dt="2025-10-21T13:19:35.584" v="1721" actId="1076"/>
          <ac:picMkLst>
            <pc:docMk/>
            <pc:sldMk cId="1492778634" sldId="257"/>
            <ac:picMk id="23" creationId="{8624AC4C-EB32-6739-A193-555F70A09907}"/>
          </ac:picMkLst>
        </pc:picChg>
        <pc:picChg chg="add mod">
          <ac:chgData name="Kannan, Kasthuri Dr." userId="9ea54fb7-f98c-4747-8abc-f0709b2f5aa0" providerId="ADAL" clId="{405EB855-B13F-4C4C-9D85-5B3D51E971D1}" dt="2025-10-21T13:19:22.498" v="1720" actId="1076"/>
          <ac:picMkLst>
            <pc:docMk/>
            <pc:sldMk cId="1492778634" sldId="257"/>
            <ac:picMk id="25" creationId="{2FAD3923-F05C-9A73-05C5-978C8EC61A80}"/>
          </ac:picMkLst>
        </pc:picChg>
      </pc:sldChg>
      <pc:sldChg chg="addSp delSp modSp new mod">
        <pc:chgData name="Kannan, Kasthuri Dr." userId="9ea54fb7-f98c-4747-8abc-f0709b2f5aa0" providerId="ADAL" clId="{405EB855-B13F-4C4C-9D85-5B3D51E971D1}" dt="2025-10-22T13:06:56.984" v="3804" actId="20577"/>
        <pc:sldMkLst>
          <pc:docMk/>
          <pc:sldMk cId="1343826576" sldId="258"/>
        </pc:sldMkLst>
        <pc:spChg chg="add mod">
          <ac:chgData name="Kannan, Kasthuri Dr." userId="9ea54fb7-f98c-4747-8abc-f0709b2f5aa0" providerId="ADAL" clId="{405EB855-B13F-4C4C-9D85-5B3D51E971D1}" dt="2025-10-21T22:28:23.307" v="3490" actId="1036"/>
          <ac:spMkLst>
            <pc:docMk/>
            <pc:sldMk cId="1343826576" sldId="258"/>
            <ac:spMk id="27" creationId="{DEA24405-A93C-FC70-6282-2BCD031A237C}"/>
          </ac:spMkLst>
        </pc:spChg>
        <pc:spChg chg="add mod">
          <ac:chgData name="Kannan, Kasthuri Dr." userId="9ea54fb7-f98c-4747-8abc-f0709b2f5aa0" providerId="ADAL" clId="{405EB855-B13F-4C4C-9D85-5B3D51E971D1}" dt="2025-10-21T22:50:58.807" v="3549" actId="1036"/>
          <ac:spMkLst>
            <pc:docMk/>
            <pc:sldMk cId="1343826576" sldId="258"/>
            <ac:spMk id="28" creationId="{2C120445-3E3B-5AF9-3272-B910446ED86A}"/>
          </ac:spMkLst>
        </pc:spChg>
        <pc:graphicFrameChg chg="add mod modGraphic">
          <ac:chgData name="Kannan, Kasthuri Dr." userId="9ea54fb7-f98c-4747-8abc-f0709b2f5aa0" providerId="ADAL" clId="{405EB855-B13F-4C4C-9D85-5B3D51E971D1}" dt="2025-10-21T22:01:56.729" v="3400" actId="20577"/>
          <ac:graphicFrameMkLst>
            <pc:docMk/>
            <pc:sldMk cId="1343826576" sldId="258"/>
            <ac:graphicFrameMk id="6" creationId="{EFA7C765-704C-7B1B-5343-DA95F77AB9A7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1T22:02:15.156" v="3403" actId="14100"/>
          <ac:graphicFrameMkLst>
            <pc:docMk/>
            <pc:sldMk cId="1343826576" sldId="258"/>
            <ac:graphicFrameMk id="7" creationId="{55B68EA3-76DC-F271-0033-F910378DB475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1T22:02:18.788" v="3404" actId="20577"/>
          <ac:graphicFrameMkLst>
            <pc:docMk/>
            <pc:sldMk cId="1343826576" sldId="258"/>
            <ac:graphicFrameMk id="8" creationId="{19ECC2EF-5E33-C653-2033-B6172CB63EFC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1T22:02:26.588" v="3406" actId="20577"/>
          <ac:graphicFrameMkLst>
            <pc:docMk/>
            <pc:sldMk cId="1343826576" sldId="258"/>
            <ac:graphicFrameMk id="9" creationId="{9A96D319-1B51-9F3B-99BD-E34303629A01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1T22:02:33.479" v="3408" actId="20577"/>
          <ac:graphicFrameMkLst>
            <pc:docMk/>
            <pc:sldMk cId="1343826576" sldId="258"/>
            <ac:graphicFrameMk id="10" creationId="{BF0B9529-A374-1E6D-811B-B838D178347A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1T22:02:39.495" v="3410" actId="20577"/>
          <ac:graphicFrameMkLst>
            <pc:docMk/>
            <pc:sldMk cId="1343826576" sldId="258"/>
            <ac:graphicFrameMk id="11" creationId="{C3C0CD56-C89E-5E26-C0BD-EE1558720205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1T22:03:00.030" v="3413" actId="20577"/>
          <ac:graphicFrameMkLst>
            <pc:docMk/>
            <pc:sldMk cId="1343826576" sldId="258"/>
            <ac:graphicFrameMk id="12" creationId="{B4C5F8D2-ACE2-EBF0-8903-C5FCCED01550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1T22:03:06.924" v="3415" actId="20577"/>
          <ac:graphicFrameMkLst>
            <pc:docMk/>
            <pc:sldMk cId="1343826576" sldId="258"/>
            <ac:graphicFrameMk id="13" creationId="{B483735B-AAE9-D042-B3AF-3397A48A6871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2T12:52:53.399" v="3629" actId="1035"/>
          <ac:graphicFrameMkLst>
            <pc:docMk/>
            <pc:sldMk cId="1343826576" sldId="258"/>
            <ac:graphicFrameMk id="14" creationId="{959EEC21-E77F-E324-31CF-79657F6E977A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2T13:06:14.339" v="3792" actId="20577"/>
          <ac:graphicFrameMkLst>
            <pc:docMk/>
            <pc:sldMk cId="1343826576" sldId="258"/>
            <ac:graphicFrameMk id="15" creationId="{4F8BBD1E-2FB4-DADB-1279-FAF2B12D03FE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1T22:03:19.862" v="3418" actId="20577"/>
          <ac:graphicFrameMkLst>
            <pc:docMk/>
            <pc:sldMk cId="1343826576" sldId="258"/>
            <ac:graphicFrameMk id="16" creationId="{71533244-30B8-FB0E-ACA6-F0FEB9D63951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1T22:03:26.293" v="3420" actId="20577"/>
          <ac:graphicFrameMkLst>
            <pc:docMk/>
            <pc:sldMk cId="1343826576" sldId="258"/>
            <ac:graphicFrameMk id="17" creationId="{0C6B3AE4-FAC3-BB73-F217-B3CD797DE71A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2T13:06:56.984" v="3804" actId="20577"/>
          <ac:graphicFrameMkLst>
            <pc:docMk/>
            <pc:sldMk cId="1343826576" sldId="258"/>
            <ac:graphicFrameMk id="18" creationId="{702EEE45-D53A-E874-AA15-E09E3B8D9AC7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1T22:03:39.105" v="3423" actId="20577"/>
          <ac:graphicFrameMkLst>
            <pc:docMk/>
            <pc:sldMk cId="1343826576" sldId="258"/>
            <ac:graphicFrameMk id="19" creationId="{DC014A3A-3191-93E2-BB7B-9548271529D5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1T22:03:46.885" v="3425" actId="20577"/>
          <ac:graphicFrameMkLst>
            <pc:docMk/>
            <pc:sldMk cId="1343826576" sldId="258"/>
            <ac:graphicFrameMk id="20" creationId="{DA185099-7FC0-6A6E-381E-B4911FAA711C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1T22:26:43.039" v="3472" actId="14100"/>
          <ac:graphicFrameMkLst>
            <pc:docMk/>
            <pc:sldMk cId="1343826576" sldId="258"/>
            <ac:graphicFrameMk id="21" creationId="{5E52B4EB-CE08-A502-273B-97C7FBF85435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1T22:03:50.814" v="3427" actId="20577"/>
          <ac:graphicFrameMkLst>
            <pc:docMk/>
            <pc:sldMk cId="1343826576" sldId="258"/>
            <ac:graphicFrameMk id="22" creationId="{008E3D13-C971-CC4B-A02C-91C8BE6921AC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2T13:06:47.941" v="3800" actId="20577"/>
          <ac:graphicFrameMkLst>
            <pc:docMk/>
            <pc:sldMk cId="1343826576" sldId="258"/>
            <ac:graphicFrameMk id="23" creationId="{28B0CC2B-E41A-D1EE-2E1D-B83C5812050A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2T13:06:31.005" v="3796" actId="20577"/>
          <ac:graphicFrameMkLst>
            <pc:docMk/>
            <pc:sldMk cId="1343826576" sldId="258"/>
            <ac:graphicFrameMk id="24" creationId="{FE71B120-77E5-13F4-3334-7EE6C833CB75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1T22:04:06.016" v="3433" actId="20577"/>
          <ac:graphicFrameMkLst>
            <pc:docMk/>
            <pc:sldMk cId="1343826576" sldId="258"/>
            <ac:graphicFrameMk id="25" creationId="{1A5AB7C3-B25D-F249-D875-ED22DC1709E8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1T22:04:12.508" v="3435" actId="20577"/>
          <ac:graphicFrameMkLst>
            <pc:docMk/>
            <pc:sldMk cId="1343826576" sldId="258"/>
            <ac:graphicFrameMk id="26" creationId="{482D423C-CEA0-A687-C38C-C5F4C74DAD12}"/>
          </ac:graphicFrameMkLst>
        </pc:graphicFrameChg>
        <pc:picChg chg="add mod">
          <ac:chgData name="Kannan, Kasthuri Dr." userId="9ea54fb7-f98c-4747-8abc-f0709b2f5aa0" providerId="ADAL" clId="{405EB855-B13F-4C4C-9D85-5B3D51E971D1}" dt="2025-10-21T21:39:53.866" v="3374" actId="1076"/>
          <ac:picMkLst>
            <pc:docMk/>
            <pc:sldMk cId="1343826576" sldId="258"/>
            <ac:picMk id="5" creationId="{C28D635D-8F45-3049-4C81-A9005FD4C300}"/>
          </ac:picMkLst>
        </pc:picChg>
        <pc:cxnChg chg="add mod">
          <ac:chgData name="Kannan, Kasthuri Dr." userId="9ea54fb7-f98c-4747-8abc-f0709b2f5aa0" providerId="ADAL" clId="{405EB855-B13F-4C4C-9D85-5B3D51E971D1}" dt="2025-10-21T21:40:55.276" v="3382" actId="1582"/>
          <ac:cxnSpMkLst>
            <pc:docMk/>
            <pc:sldMk cId="1343826576" sldId="258"/>
            <ac:cxnSpMk id="30" creationId="{BBECF359-10FD-6528-C4A6-5A98B1045924}"/>
          </ac:cxnSpMkLst>
        </pc:cxnChg>
      </pc:sldChg>
      <pc:sldChg chg="addSp delSp modSp new mod setBg">
        <pc:chgData name="Kannan, Kasthuri Dr." userId="9ea54fb7-f98c-4747-8abc-f0709b2f5aa0" providerId="ADAL" clId="{405EB855-B13F-4C4C-9D85-5B3D51E971D1}" dt="2025-10-23T14:23:49.032" v="3902" actId="1076"/>
        <pc:sldMkLst>
          <pc:docMk/>
          <pc:sldMk cId="2917326200" sldId="259"/>
        </pc:sldMkLst>
        <pc:graphicFrameChg chg="add mod">
          <ac:chgData name="Kannan, Kasthuri Dr." userId="9ea54fb7-f98c-4747-8abc-f0709b2f5aa0" providerId="ADAL" clId="{405EB855-B13F-4C4C-9D85-5B3D51E971D1}" dt="2025-10-23T14:22:43.969" v="3897"/>
          <ac:graphicFrameMkLst>
            <pc:docMk/>
            <pc:sldMk cId="2917326200" sldId="259"/>
            <ac:graphicFrameMk id="2" creationId="{5E652FCE-CF83-2B4F-34F5-652D41555C30}"/>
          </ac:graphicFrameMkLst>
        </pc:graphicFrameChg>
        <pc:graphicFrameChg chg="add mod">
          <ac:chgData name="Kannan, Kasthuri Dr." userId="9ea54fb7-f98c-4747-8abc-f0709b2f5aa0" providerId="ADAL" clId="{405EB855-B13F-4C4C-9D85-5B3D51E971D1}" dt="2025-10-23T14:23:23.448" v="3899"/>
          <ac:graphicFrameMkLst>
            <pc:docMk/>
            <pc:sldMk cId="2917326200" sldId="259"/>
            <ac:graphicFrameMk id="3" creationId="{E0A8F0B1-96D4-9F91-4D14-1A4341502ED3}"/>
          </ac:graphicFrameMkLst>
        </pc:graphicFrameChg>
        <pc:picChg chg="add mod">
          <ac:chgData name="Kannan, Kasthuri Dr." userId="9ea54fb7-f98c-4747-8abc-f0709b2f5aa0" providerId="ADAL" clId="{405EB855-B13F-4C4C-9D85-5B3D51E971D1}" dt="2025-10-23T14:23:49.032" v="3902" actId="1076"/>
          <ac:picMkLst>
            <pc:docMk/>
            <pc:sldMk cId="2917326200" sldId="259"/>
            <ac:picMk id="4" creationId="{0804D09A-EEAB-3850-B9C7-F56D179F1E48}"/>
          </ac:picMkLst>
        </pc:picChg>
        <pc:picChg chg="add del mod">
          <ac:chgData name="Kannan, Kasthuri Dr." userId="9ea54fb7-f98c-4747-8abc-f0709b2f5aa0" providerId="ADAL" clId="{405EB855-B13F-4C4C-9D85-5B3D51E971D1}" dt="2025-10-23T14:23:22.437" v="3898" actId="478"/>
          <ac:picMkLst>
            <pc:docMk/>
            <pc:sldMk cId="2917326200" sldId="259"/>
            <ac:picMk id="49" creationId="{3C40D419-E186-C4AB-FFB9-37CD7DE305CC}"/>
          </ac:picMkLst>
        </pc:picChg>
      </pc:sldChg>
      <pc:sldChg chg="addSp delSp modSp new mod">
        <pc:chgData name="Kannan, Kasthuri Dr." userId="9ea54fb7-f98c-4747-8abc-f0709b2f5aa0" providerId="ADAL" clId="{405EB855-B13F-4C4C-9D85-5B3D51E971D1}" dt="2025-10-23T16:19:49.858" v="3916" actId="166"/>
        <pc:sldMkLst>
          <pc:docMk/>
          <pc:sldMk cId="1656232980" sldId="260"/>
        </pc:sldMkLst>
        <pc:spChg chg="del">
          <ac:chgData name="Kannan, Kasthuri Dr." userId="9ea54fb7-f98c-4747-8abc-f0709b2f5aa0" providerId="ADAL" clId="{405EB855-B13F-4C4C-9D85-5B3D51E971D1}" dt="2025-10-22T04:07:46.642" v="3553" actId="478"/>
          <ac:spMkLst>
            <pc:docMk/>
            <pc:sldMk cId="1656232980" sldId="260"/>
            <ac:spMk id="2" creationId="{E1E61FC3-B2AF-5C07-D141-1BB08C758CE6}"/>
          </ac:spMkLst>
        </pc:spChg>
        <pc:spChg chg="del">
          <ac:chgData name="Kannan, Kasthuri Dr." userId="9ea54fb7-f98c-4747-8abc-f0709b2f5aa0" providerId="ADAL" clId="{405EB855-B13F-4C4C-9D85-5B3D51E971D1}" dt="2025-10-22T04:07:50.124" v="3554" actId="478"/>
          <ac:spMkLst>
            <pc:docMk/>
            <pc:sldMk cId="1656232980" sldId="260"/>
            <ac:spMk id="3" creationId="{AD80A730-59A6-6647-60A1-02867DBA1699}"/>
          </ac:spMkLst>
        </pc:spChg>
        <pc:spChg chg="add mod ord">
          <ac:chgData name="Kannan, Kasthuri Dr." userId="9ea54fb7-f98c-4747-8abc-f0709b2f5aa0" providerId="ADAL" clId="{405EB855-B13F-4C4C-9D85-5B3D51E971D1}" dt="2025-10-23T16:19:49.858" v="3916" actId="166"/>
          <ac:spMkLst>
            <pc:docMk/>
            <pc:sldMk cId="1656232980" sldId="260"/>
            <ac:spMk id="6" creationId="{AB9BE84E-2031-B9B1-0071-CE6A0D1AA79D}"/>
          </ac:spMkLst>
        </pc:spChg>
        <pc:spChg chg="add mod">
          <ac:chgData name="Kannan, Kasthuri Dr." userId="9ea54fb7-f98c-4747-8abc-f0709b2f5aa0" providerId="ADAL" clId="{405EB855-B13F-4C4C-9D85-5B3D51E971D1}" dt="2025-10-22T04:09:34.097" v="3580" actId="1076"/>
          <ac:spMkLst>
            <pc:docMk/>
            <pc:sldMk cId="1656232980" sldId="260"/>
            <ac:spMk id="7" creationId="{98E6B450-3347-1D98-DEFD-989CEF02949A}"/>
          </ac:spMkLst>
        </pc:spChg>
        <pc:picChg chg="add del">
          <ac:chgData name="Kannan, Kasthuri Dr." userId="9ea54fb7-f98c-4747-8abc-f0709b2f5aa0" providerId="ADAL" clId="{405EB855-B13F-4C4C-9D85-5B3D51E971D1}" dt="2025-10-23T16:19:08.211" v="3903" actId="478"/>
          <ac:picMkLst>
            <pc:docMk/>
            <pc:sldMk cId="1656232980" sldId="260"/>
            <ac:picMk id="5" creationId="{1B108716-C7F0-4567-8C62-16518090A679}"/>
          </ac:picMkLst>
        </pc:picChg>
        <pc:picChg chg="add ord">
          <ac:chgData name="Kannan, Kasthuri Dr." userId="9ea54fb7-f98c-4747-8abc-f0709b2f5aa0" providerId="ADAL" clId="{405EB855-B13F-4C4C-9D85-5B3D51E971D1}" dt="2025-10-23T16:19:34.829" v="3915" actId="166"/>
          <ac:picMkLst>
            <pc:docMk/>
            <pc:sldMk cId="1656232980" sldId="260"/>
            <ac:picMk id="9" creationId="{1F4A3B29-D149-4783-07FE-1381437C5D2A}"/>
          </ac:picMkLst>
        </pc:picChg>
      </pc:sldChg>
      <pc:sldChg chg="add del">
        <pc:chgData name="Kannan, Kasthuri Dr." userId="9ea54fb7-f98c-4747-8abc-f0709b2f5aa0" providerId="ADAL" clId="{405EB855-B13F-4C4C-9D85-5B3D51E971D1}" dt="2025-10-21T21:14:08.937" v="3307"/>
        <pc:sldMkLst>
          <pc:docMk/>
          <pc:sldMk cId="3096095615" sldId="260"/>
        </pc:sldMkLst>
      </pc:sldChg>
      <pc:sldChg chg="addSp delSp modSp new mod">
        <pc:chgData name="Kannan, Kasthuri Dr." userId="9ea54fb7-f98c-4747-8abc-f0709b2f5aa0" providerId="ADAL" clId="{405EB855-B13F-4C4C-9D85-5B3D51E971D1}" dt="2025-10-22T13:07:42.107" v="3808" actId="20577"/>
        <pc:sldMkLst>
          <pc:docMk/>
          <pc:sldMk cId="2411806479" sldId="261"/>
        </pc:sldMkLst>
        <pc:spChg chg="del">
          <ac:chgData name="Kannan, Kasthuri Dr." userId="9ea54fb7-f98c-4747-8abc-f0709b2f5aa0" providerId="ADAL" clId="{405EB855-B13F-4C4C-9D85-5B3D51E971D1}" dt="2025-10-22T12:44:06.774" v="3582" actId="478"/>
          <ac:spMkLst>
            <pc:docMk/>
            <pc:sldMk cId="2411806479" sldId="261"/>
            <ac:spMk id="2" creationId="{D789EB29-D160-C2EC-166E-34592E8D80FA}"/>
          </ac:spMkLst>
        </pc:spChg>
        <pc:spChg chg="del">
          <ac:chgData name="Kannan, Kasthuri Dr." userId="9ea54fb7-f98c-4747-8abc-f0709b2f5aa0" providerId="ADAL" clId="{405EB855-B13F-4C4C-9D85-5B3D51E971D1}" dt="2025-10-22T12:44:10.677" v="3583" actId="478"/>
          <ac:spMkLst>
            <pc:docMk/>
            <pc:sldMk cId="2411806479" sldId="261"/>
            <ac:spMk id="3" creationId="{3EAE3B0D-BCC8-513D-4E84-F8232F9759A2}"/>
          </ac:spMkLst>
        </pc:spChg>
        <pc:spChg chg="add del mod">
          <ac:chgData name="Kannan, Kasthuri Dr." userId="9ea54fb7-f98c-4747-8abc-f0709b2f5aa0" providerId="ADAL" clId="{405EB855-B13F-4C4C-9D85-5B3D51E971D1}" dt="2025-10-22T12:44:18.494" v="3585" actId="478"/>
          <ac:spMkLst>
            <pc:docMk/>
            <pc:sldMk cId="2411806479" sldId="261"/>
            <ac:spMk id="4" creationId="{4F9098B8-CE83-A4C2-53A8-277E7CF69C96}"/>
          </ac:spMkLst>
        </pc:spChg>
        <pc:spChg chg="add del mod">
          <ac:chgData name="Kannan, Kasthuri Dr." userId="9ea54fb7-f98c-4747-8abc-f0709b2f5aa0" providerId="ADAL" clId="{405EB855-B13F-4C4C-9D85-5B3D51E971D1}" dt="2025-10-22T12:47:03.886" v="3599" actId="478"/>
          <ac:spMkLst>
            <pc:docMk/>
            <pc:sldMk cId="2411806479" sldId="261"/>
            <ac:spMk id="7" creationId="{672DD8C0-5DA9-ED44-6322-4D3C4B04D1D2}"/>
          </ac:spMkLst>
        </pc:spChg>
        <pc:spChg chg="add mod">
          <ac:chgData name="Kannan, Kasthuri Dr." userId="9ea54fb7-f98c-4747-8abc-f0709b2f5aa0" providerId="ADAL" clId="{405EB855-B13F-4C4C-9D85-5B3D51E971D1}" dt="2025-10-22T13:05:35.404" v="3788" actId="1037"/>
          <ac:spMkLst>
            <pc:docMk/>
            <pc:sldMk cId="2411806479" sldId="261"/>
            <ac:spMk id="16" creationId="{2C37E151-7090-CCB2-50AD-C4324C73B99C}"/>
          </ac:spMkLst>
        </pc:spChg>
        <pc:spChg chg="add mod">
          <ac:chgData name="Kannan, Kasthuri Dr." userId="9ea54fb7-f98c-4747-8abc-f0709b2f5aa0" providerId="ADAL" clId="{405EB855-B13F-4C4C-9D85-5B3D51E971D1}" dt="2025-10-22T13:05:35.404" v="3788" actId="1037"/>
          <ac:spMkLst>
            <pc:docMk/>
            <pc:sldMk cId="2411806479" sldId="261"/>
            <ac:spMk id="20" creationId="{B00A7CDF-0C8A-1A98-B7A2-3C47B73804CB}"/>
          </ac:spMkLst>
        </pc:spChg>
        <pc:spChg chg="add mod">
          <ac:chgData name="Kannan, Kasthuri Dr." userId="9ea54fb7-f98c-4747-8abc-f0709b2f5aa0" providerId="ADAL" clId="{405EB855-B13F-4C4C-9D85-5B3D51E971D1}" dt="2025-10-22T13:05:35.404" v="3788" actId="1037"/>
          <ac:spMkLst>
            <pc:docMk/>
            <pc:sldMk cId="2411806479" sldId="261"/>
            <ac:spMk id="21" creationId="{C8E63F0E-E358-085E-FF86-725D779248F8}"/>
          </ac:spMkLst>
        </pc:spChg>
        <pc:graphicFrameChg chg="add mod modGraphic">
          <ac:chgData name="Kannan, Kasthuri Dr." userId="9ea54fb7-f98c-4747-8abc-f0709b2f5aa0" providerId="ADAL" clId="{405EB855-B13F-4C4C-9D85-5B3D51E971D1}" dt="2025-10-22T12:56:00.377" v="3704" actId="14100"/>
          <ac:graphicFrameMkLst>
            <pc:docMk/>
            <pc:sldMk cId="2411806479" sldId="261"/>
            <ac:graphicFrameMk id="8" creationId="{70E869DA-169C-32F5-8D64-BD4E15992C5C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2T13:05:35.404" v="3788" actId="1037"/>
          <ac:graphicFrameMkLst>
            <pc:docMk/>
            <pc:sldMk cId="2411806479" sldId="261"/>
            <ac:graphicFrameMk id="9" creationId="{9E542360-8FA7-7277-972B-6D155F56333D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2T13:05:35.404" v="3788" actId="1037"/>
          <ac:graphicFrameMkLst>
            <pc:docMk/>
            <pc:sldMk cId="2411806479" sldId="261"/>
            <ac:graphicFrameMk id="10" creationId="{6CB7E352-4849-0A78-656F-76A68FB667A7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2T13:05:35.404" v="3788" actId="1037"/>
          <ac:graphicFrameMkLst>
            <pc:docMk/>
            <pc:sldMk cId="2411806479" sldId="261"/>
            <ac:graphicFrameMk id="11" creationId="{CCAAC377-762A-F684-B3C2-BEBF487494A8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2T13:05:35.404" v="3788" actId="1037"/>
          <ac:graphicFrameMkLst>
            <pc:docMk/>
            <pc:sldMk cId="2411806479" sldId="261"/>
            <ac:graphicFrameMk id="12" creationId="{C9946CBC-2BE9-6CF6-BE0F-DCBA20F32F15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2T12:55:49.862" v="3703" actId="1036"/>
          <ac:graphicFrameMkLst>
            <pc:docMk/>
            <pc:sldMk cId="2411806479" sldId="261"/>
            <ac:graphicFrameMk id="13" creationId="{8DF24B4A-A0EA-F7ED-793B-B638309A9BFC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2T13:05:35.404" v="3788" actId="1037"/>
          <ac:graphicFrameMkLst>
            <pc:docMk/>
            <pc:sldMk cId="2411806479" sldId="261"/>
            <ac:graphicFrameMk id="14" creationId="{158A0D09-A148-AF0E-E742-2B00FB3116B2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2T13:01:29.875" v="3745" actId="1076"/>
          <ac:graphicFrameMkLst>
            <pc:docMk/>
            <pc:sldMk cId="2411806479" sldId="261"/>
            <ac:graphicFrameMk id="17" creationId="{25103626-A73C-585C-B48E-FCF733AD51E5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2T13:05:35.404" v="3788" actId="1037"/>
          <ac:graphicFrameMkLst>
            <pc:docMk/>
            <pc:sldMk cId="2411806479" sldId="261"/>
            <ac:graphicFrameMk id="18" creationId="{C31FF753-75C8-64BA-8A15-72CDFBBA5295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2T13:07:42.107" v="3808" actId="20577"/>
          <ac:graphicFrameMkLst>
            <pc:docMk/>
            <pc:sldMk cId="2411806479" sldId="261"/>
            <ac:graphicFrameMk id="19" creationId="{C35FC402-F9C5-AF73-5FE6-2B82182B8B3F}"/>
          </ac:graphicFrameMkLst>
        </pc:graphicFrameChg>
        <pc:picChg chg="add mod">
          <ac:chgData name="Kannan, Kasthuri Dr." userId="9ea54fb7-f98c-4747-8abc-f0709b2f5aa0" providerId="ADAL" clId="{405EB855-B13F-4C4C-9D85-5B3D51E971D1}" dt="2025-10-22T13:05:35.404" v="3788" actId="1037"/>
          <ac:picMkLst>
            <pc:docMk/>
            <pc:sldMk cId="2411806479" sldId="261"/>
            <ac:picMk id="6" creationId="{4211DF1F-8CC3-B379-E33A-758785131D00}"/>
          </ac:picMkLst>
        </pc:picChg>
      </pc:sldChg>
      <pc:sldChg chg="addSp delSp modSp new mod">
        <pc:chgData name="Kannan, Kasthuri Dr." userId="9ea54fb7-f98c-4747-8abc-f0709b2f5aa0" providerId="ADAL" clId="{405EB855-B13F-4C4C-9D85-5B3D51E971D1}" dt="2025-10-22T13:29:00.572" v="3896" actId="1076"/>
        <pc:sldMkLst>
          <pc:docMk/>
          <pc:sldMk cId="1175918197" sldId="262"/>
        </pc:sldMkLst>
        <pc:spChg chg="del">
          <ac:chgData name="Kannan, Kasthuri Dr." userId="9ea54fb7-f98c-4747-8abc-f0709b2f5aa0" providerId="ADAL" clId="{405EB855-B13F-4C4C-9D85-5B3D51E971D1}" dt="2025-10-22T13:09:44.839" v="3810" actId="478"/>
          <ac:spMkLst>
            <pc:docMk/>
            <pc:sldMk cId="1175918197" sldId="262"/>
            <ac:spMk id="2" creationId="{CBFB5303-ABFA-1511-8C70-725E4372D6CE}"/>
          </ac:spMkLst>
        </pc:spChg>
        <pc:spChg chg="del">
          <ac:chgData name="Kannan, Kasthuri Dr." userId="9ea54fb7-f98c-4747-8abc-f0709b2f5aa0" providerId="ADAL" clId="{405EB855-B13F-4C4C-9D85-5B3D51E971D1}" dt="2025-10-22T13:09:47.475" v="3811" actId="478"/>
          <ac:spMkLst>
            <pc:docMk/>
            <pc:sldMk cId="1175918197" sldId="262"/>
            <ac:spMk id="3" creationId="{B4062694-274D-15C7-FD00-8DC71BB4CDE2}"/>
          </ac:spMkLst>
        </pc:spChg>
        <pc:spChg chg="add mod">
          <ac:chgData name="Kannan, Kasthuri Dr." userId="9ea54fb7-f98c-4747-8abc-f0709b2f5aa0" providerId="ADAL" clId="{405EB855-B13F-4C4C-9D85-5B3D51E971D1}" dt="2025-10-22T13:15:02.120" v="3839" actId="1035"/>
          <ac:spMkLst>
            <pc:docMk/>
            <pc:sldMk cId="1175918197" sldId="262"/>
            <ac:spMk id="8" creationId="{33CFAA72-052A-04A3-D518-5BFDE7B90C05}"/>
          </ac:spMkLst>
        </pc:spChg>
        <pc:spChg chg="add mod">
          <ac:chgData name="Kannan, Kasthuri Dr." userId="9ea54fb7-f98c-4747-8abc-f0709b2f5aa0" providerId="ADAL" clId="{405EB855-B13F-4C4C-9D85-5B3D51E971D1}" dt="2025-10-22T13:28:33.513" v="3894" actId="1076"/>
          <ac:spMkLst>
            <pc:docMk/>
            <pc:sldMk cId="1175918197" sldId="262"/>
            <ac:spMk id="20" creationId="{694760DA-017B-ED43-EB76-0DD1E1F5541E}"/>
          </ac:spMkLst>
        </pc:spChg>
        <pc:spChg chg="add mod">
          <ac:chgData name="Kannan, Kasthuri Dr." userId="9ea54fb7-f98c-4747-8abc-f0709b2f5aa0" providerId="ADAL" clId="{405EB855-B13F-4C4C-9D85-5B3D51E971D1}" dt="2025-10-22T13:29:00.572" v="3896" actId="1076"/>
          <ac:spMkLst>
            <pc:docMk/>
            <pc:sldMk cId="1175918197" sldId="262"/>
            <ac:spMk id="21" creationId="{1C181C4F-3BD2-9D1A-BCFA-6584893C43DE}"/>
          </ac:spMkLst>
        </pc:spChg>
        <pc:graphicFrameChg chg="add mod modGraphic">
          <ac:chgData name="Kannan, Kasthuri Dr." userId="9ea54fb7-f98c-4747-8abc-f0709b2f5aa0" providerId="ADAL" clId="{405EB855-B13F-4C4C-9D85-5B3D51E971D1}" dt="2025-10-22T13:13:48.587" v="3824" actId="1076"/>
          <ac:graphicFrameMkLst>
            <pc:docMk/>
            <pc:sldMk cId="1175918197" sldId="262"/>
            <ac:graphicFrameMk id="6" creationId="{6C93AFE0-7706-9F1B-A828-4BF6C4B2DD18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2T13:16:56.997" v="3847" actId="20577"/>
          <ac:graphicFrameMkLst>
            <pc:docMk/>
            <pc:sldMk cId="1175918197" sldId="262"/>
            <ac:graphicFrameMk id="9" creationId="{20D7ECB2-07F0-23FE-0B76-27804CAA1391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2T13:17:55.239" v="3854" actId="1035"/>
          <ac:graphicFrameMkLst>
            <pc:docMk/>
            <pc:sldMk cId="1175918197" sldId="262"/>
            <ac:graphicFrameMk id="10" creationId="{1741EFDB-EAC9-53CA-DE55-686BE9158F2D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2T13:19:23.114" v="3860" actId="1035"/>
          <ac:graphicFrameMkLst>
            <pc:docMk/>
            <pc:sldMk cId="1175918197" sldId="262"/>
            <ac:graphicFrameMk id="11" creationId="{868E284B-6D27-AE0B-0F39-35A5888DA781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2T13:20:10.546" v="3864" actId="14100"/>
          <ac:graphicFrameMkLst>
            <pc:docMk/>
            <pc:sldMk cId="1175918197" sldId="262"/>
            <ac:graphicFrameMk id="12" creationId="{6837CA2D-1BEE-945B-7EF0-B198DD6E40E8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2T13:22:40.475" v="3867" actId="1076"/>
          <ac:graphicFrameMkLst>
            <pc:docMk/>
            <pc:sldMk cId="1175918197" sldId="262"/>
            <ac:graphicFrameMk id="13" creationId="{79C6AA4B-2C62-577D-BFA5-9511A038F3A3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2T13:24:27.241" v="3882" actId="1076"/>
          <ac:graphicFrameMkLst>
            <pc:docMk/>
            <pc:sldMk cId="1175918197" sldId="262"/>
            <ac:graphicFrameMk id="17" creationId="{51C63623-4BF3-70BD-6427-CB0A226737D4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2T13:25:57.426" v="3888" actId="1037"/>
          <ac:graphicFrameMkLst>
            <pc:docMk/>
            <pc:sldMk cId="1175918197" sldId="262"/>
            <ac:graphicFrameMk id="18" creationId="{F6025293-DBD5-0244-07E3-14BE609CC611}"/>
          </ac:graphicFrameMkLst>
        </pc:graphicFrameChg>
        <pc:graphicFrameChg chg="add mod modGraphic">
          <ac:chgData name="Kannan, Kasthuri Dr." userId="9ea54fb7-f98c-4747-8abc-f0709b2f5aa0" providerId="ADAL" clId="{405EB855-B13F-4C4C-9D85-5B3D51E971D1}" dt="2025-10-22T13:27:41.255" v="3892" actId="14100"/>
          <ac:graphicFrameMkLst>
            <pc:docMk/>
            <pc:sldMk cId="1175918197" sldId="262"/>
            <ac:graphicFrameMk id="19" creationId="{458DC1A4-FCB3-AE4E-5943-E899B1E7E584}"/>
          </ac:graphicFrameMkLst>
        </pc:graphicFrameChg>
        <pc:picChg chg="add mod">
          <ac:chgData name="Kannan, Kasthuri Dr." userId="9ea54fb7-f98c-4747-8abc-f0709b2f5aa0" providerId="ADAL" clId="{405EB855-B13F-4C4C-9D85-5B3D51E971D1}" dt="2025-10-22T13:11:34.194" v="3821" actId="1076"/>
          <ac:picMkLst>
            <pc:docMk/>
            <pc:sldMk cId="1175918197" sldId="262"/>
            <ac:picMk id="5" creationId="{7A5FBB9F-F1D8-52DF-0A93-C0D327D8AED1}"/>
          </ac:picMkLst>
        </pc:picChg>
        <pc:cxnChg chg="add mod">
          <ac:chgData name="Kannan, Kasthuri Dr." userId="9ea54fb7-f98c-4747-8abc-f0709b2f5aa0" providerId="ADAL" clId="{405EB855-B13F-4C4C-9D85-5B3D51E971D1}" dt="2025-10-22T13:23:47.058" v="3879" actId="1037"/>
          <ac:cxnSpMkLst>
            <pc:docMk/>
            <pc:sldMk cId="1175918197" sldId="262"/>
            <ac:cxnSpMk id="15" creationId="{53D62BA7-DE56-22DE-BB37-F19A1DB86065}"/>
          </ac:cxnSpMkLst>
        </pc:cxnChg>
      </pc:sldChg>
      <pc:sldMasterChg chg="setBg modSldLayout">
        <pc:chgData name="Kannan, Kasthuri Dr." userId="9ea54fb7-f98c-4747-8abc-f0709b2f5aa0" providerId="ADAL" clId="{405EB855-B13F-4C4C-9D85-5B3D51E971D1}" dt="2025-10-19T22:21:45.705" v="1405"/>
        <pc:sldMasterMkLst>
          <pc:docMk/>
          <pc:sldMasterMk cId="3986612759" sldId="2147483648"/>
        </pc:sldMasterMkLst>
        <pc:sldLayoutChg chg="setBg">
          <pc:chgData name="Kannan, Kasthuri Dr." userId="9ea54fb7-f98c-4747-8abc-f0709b2f5aa0" providerId="ADAL" clId="{405EB855-B13F-4C4C-9D85-5B3D51E971D1}" dt="2025-10-19T22:21:45.705" v="1405"/>
          <pc:sldLayoutMkLst>
            <pc:docMk/>
            <pc:sldMasterMk cId="3986612759" sldId="2147483648"/>
            <pc:sldLayoutMk cId="2312076465" sldId="2147483649"/>
          </pc:sldLayoutMkLst>
        </pc:sldLayoutChg>
        <pc:sldLayoutChg chg="setBg">
          <pc:chgData name="Kannan, Kasthuri Dr." userId="9ea54fb7-f98c-4747-8abc-f0709b2f5aa0" providerId="ADAL" clId="{405EB855-B13F-4C4C-9D85-5B3D51E971D1}" dt="2025-10-19T22:21:45.705" v="1405"/>
          <pc:sldLayoutMkLst>
            <pc:docMk/>
            <pc:sldMasterMk cId="3986612759" sldId="2147483648"/>
            <pc:sldLayoutMk cId="2125766531" sldId="2147483650"/>
          </pc:sldLayoutMkLst>
        </pc:sldLayoutChg>
        <pc:sldLayoutChg chg="setBg">
          <pc:chgData name="Kannan, Kasthuri Dr." userId="9ea54fb7-f98c-4747-8abc-f0709b2f5aa0" providerId="ADAL" clId="{405EB855-B13F-4C4C-9D85-5B3D51E971D1}" dt="2025-10-19T22:21:45.705" v="1405"/>
          <pc:sldLayoutMkLst>
            <pc:docMk/>
            <pc:sldMasterMk cId="3986612759" sldId="2147483648"/>
            <pc:sldLayoutMk cId="1170612095" sldId="2147483651"/>
          </pc:sldLayoutMkLst>
        </pc:sldLayoutChg>
        <pc:sldLayoutChg chg="setBg">
          <pc:chgData name="Kannan, Kasthuri Dr." userId="9ea54fb7-f98c-4747-8abc-f0709b2f5aa0" providerId="ADAL" clId="{405EB855-B13F-4C4C-9D85-5B3D51E971D1}" dt="2025-10-19T22:21:45.705" v="1405"/>
          <pc:sldLayoutMkLst>
            <pc:docMk/>
            <pc:sldMasterMk cId="3986612759" sldId="2147483648"/>
            <pc:sldLayoutMk cId="3069107859" sldId="2147483652"/>
          </pc:sldLayoutMkLst>
        </pc:sldLayoutChg>
        <pc:sldLayoutChg chg="setBg">
          <pc:chgData name="Kannan, Kasthuri Dr." userId="9ea54fb7-f98c-4747-8abc-f0709b2f5aa0" providerId="ADAL" clId="{405EB855-B13F-4C4C-9D85-5B3D51E971D1}" dt="2025-10-19T22:21:45.705" v="1405"/>
          <pc:sldLayoutMkLst>
            <pc:docMk/>
            <pc:sldMasterMk cId="3986612759" sldId="2147483648"/>
            <pc:sldLayoutMk cId="2998210136" sldId="2147483653"/>
          </pc:sldLayoutMkLst>
        </pc:sldLayoutChg>
        <pc:sldLayoutChg chg="setBg">
          <pc:chgData name="Kannan, Kasthuri Dr." userId="9ea54fb7-f98c-4747-8abc-f0709b2f5aa0" providerId="ADAL" clId="{405EB855-B13F-4C4C-9D85-5B3D51E971D1}" dt="2025-10-19T22:21:45.705" v="1405"/>
          <pc:sldLayoutMkLst>
            <pc:docMk/>
            <pc:sldMasterMk cId="3986612759" sldId="2147483648"/>
            <pc:sldLayoutMk cId="626514042" sldId="2147483654"/>
          </pc:sldLayoutMkLst>
        </pc:sldLayoutChg>
        <pc:sldLayoutChg chg="setBg">
          <pc:chgData name="Kannan, Kasthuri Dr." userId="9ea54fb7-f98c-4747-8abc-f0709b2f5aa0" providerId="ADAL" clId="{405EB855-B13F-4C4C-9D85-5B3D51E971D1}" dt="2025-10-19T22:21:45.705" v="1405"/>
          <pc:sldLayoutMkLst>
            <pc:docMk/>
            <pc:sldMasterMk cId="3986612759" sldId="2147483648"/>
            <pc:sldLayoutMk cId="2082322808" sldId="2147483655"/>
          </pc:sldLayoutMkLst>
        </pc:sldLayoutChg>
        <pc:sldLayoutChg chg="setBg">
          <pc:chgData name="Kannan, Kasthuri Dr." userId="9ea54fb7-f98c-4747-8abc-f0709b2f5aa0" providerId="ADAL" clId="{405EB855-B13F-4C4C-9D85-5B3D51E971D1}" dt="2025-10-19T22:21:45.705" v="1405"/>
          <pc:sldLayoutMkLst>
            <pc:docMk/>
            <pc:sldMasterMk cId="3986612759" sldId="2147483648"/>
            <pc:sldLayoutMk cId="1759104823" sldId="2147483656"/>
          </pc:sldLayoutMkLst>
        </pc:sldLayoutChg>
        <pc:sldLayoutChg chg="setBg">
          <pc:chgData name="Kannan, Kasthuri Dr." userId="9ea54fb7-f98c-4747-8abc-f0709b2f5aa0" providerId="ADAL" clId="{405EB855-B13F-4C4C-9D85-5B3D51E971D1}" dt="2025-10-19T22:21:45.705" v="1405"/>
          <pc:sldLayoutMkLst>
            <pc:docMk/>
            <pc:sldMasterMk cId="3986612759" sldId="2147483648"/>
            <pc:sldLayoutMk cId="2553223216" sldId="2147483657"/>
          </pc:sldLayoutMkLst>
        </pc:sldLayoutChg>
        <pc:sldLayoutChg chg="setBg">
          <pc:chgData name="Kannan, Kasthuri Dr." userId="9ea54fb7-f98c-4747-8abc-f0709b2f5aa0" providerId="ADAL" clId="{405EB855-B13F-4C4C-9D85-5B3D51E971D1}" dt="2025-10-19T22:21:45.705" v="1405"/>
          <pc:sldLayoutMkLst>
            <pc:docMk/>
            <pc:sldMasterMk cId="3986612759" sldId="2147483648"/>
            <pc:sldLayoutMk cId="2142099143" sldId="2147483658"/>
          </pc:sldLayoutMkLst>
        </pc:sldLayoutChg>
        <pc:sldLayoutChg chg="setBg">
          <pc:chgData name="Kannan, Kasthuri Dr." userId="9ea54fb7-f98c-4747-8abc-f0709b2f5aa0" providerId="ADAL" clId="{405EB855-B13F-4C4C-9D85-5B3D51E971D1}" dt="2025-10-19T22:21:45.705" v="1405"/>
          <pc:sldLayoutMkLst>
            <pc:docMk/>
            <pc:sldMasterMk cId="3986612759" sldId="2147483648"/>
            <pc:sldLayoutMk cId="760670646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929E2-7399-FF1D-CF50-EF78DCA437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93EFF2-A2FF-EF6B-AC77-C7E870192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4F2FA-A30E-A188-6AC8-4FB8736FA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85144-9C4A-4D52-90C6-A443FDAF199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9EB67-81DB-1197-808F-D183F8117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4BAB3-8287-551D-AE25-B6CD4735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917F2-951B-44EF-9C3E-375CE3CAC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076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AC04F-6BF0-BB93-B81C-99523CD16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3B951-8481-E415-EDE0-A2CBC6DF8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55808-7AAE-2A6F-737A-F11733FC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85144-9C4A-4D52-90C6-A443FDAF199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9FFE7-D7AB-248D-56F8-F74D9CDE0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1AE74-4CEF-3240-63D3-A608BFA3D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917F2-951B-44EF-9C3E-375CE3CAC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766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E51DF-5AF7-4F13-3D33-7BE09F250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A53C4-912C-24E7-3907-1589E8F62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CF1EB-AB11-81C0-0DBD-405BEC5A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85144-9C4A-4D52-90C6-A443FDAF199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4AEA0-6690-571A-1644-47DDC79E7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790E8-3628-0E5D-21F2-17BFD91E9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917F2-951B-44EF-9C3E-375CE3CAC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12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F32D8-E9FE-E3AC-B705-6248B7703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FFAA0-5FE2-C943-6138-D1C69F4674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B6EF3F-0769-3688-4D4D-28616E0E86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B32F33-1D90-CF6D-F02D-44E1DF693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85144-9C4A-4D52-90C6-A443FDAF199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A5B7C9-B20F-F769-0C38-2F309ED7A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27F0E-C46C-D68B-7C2A-B9623C46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917F2-951B-44EF-9C3E-375CE3CAC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107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02B1E-C7F2-D592-01A4-1F5464482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71BEB-CF52-DEC5-BCF6-271E8E53A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22FC2C-EDB7-079C-95F5-EECAFFF6F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0C1D99-06DC-AC01-1588-8AF2440977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69971A-618A-E7A8-3E43-952108A728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C40886-921F-D481-351A-C7B7BB115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85144-9C4A-4D52-90C6-A443FDAF199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B56000-41C3-526F-0234-CF77DC284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96A7D2-26D6-BC3C-42AC-27FBEC97B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917F2-951B-44EF-9C3E-375CE3CAC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210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5185B-2B47-2B37-6994-5D3BD9AD6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03181-0B4F-C69C-C405-9007887C6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85144-9C4A-4D52-90C6-A443FDAF199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FEDC4E-0C8A-3067-0CD1-4A32C1B97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DE96E8-6CB4-70F5-3050-674A4F364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917F2-951B-44EF-9C3E-375CE3CAC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514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7249B9-9EF5-9D10-0E52-A11449020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85144-9C4A-4D52-90C6-A443FDAF199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F19202-82ED-98F3-8D72-B3D093EE9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79485-94FE-A6B0-FDF8-444DD1CE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917F2-951B-44EF-9C3E-375CE3CAC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322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36316-DDB9-87D9-2339-0FB813B0F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49CD1-C9E8-266A-1D7B-49AA773B3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4AB15B-8050-DEDB-0F41-0D8DE1A26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71F33B-8CE1-8FBB-612F-581445832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85144-9C4A-4D52-90C6-A443FDAF199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428CD-89B3-EDBF-FDC9-0FD0585BA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1C63A-6043-660F-D08A-AEC9A4AB0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917F2-951B-44EF-9C3E-375CE3CAC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104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27423-7FF4-5072-9B2C-7AF661204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EA2F9A-C9D2-1A7A-38DF-8CCE9FF646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DB94E8-7BE0-11AC-30C0-B37A9A5E9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1BCEF-36F8-1878-DC4B-EAEC39214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85144-9C4A-4D52-90C6-A443FDAF199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0D31B6-A45D-7AC5-8C3F-B46B5A678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3C03B1-3748-93FA-DF60-CCBE9E9CD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917F2-951B-44EF-9C3E-375CE3CAC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223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C29E2-5E9A-E4B8-7BA1-B6C3414B1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D547C5-C708-7974-FE7C-CEF9A7B3E7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4020D-0B70-BF3E-80D0-EC28A1ACB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85144-9C4A-4D52-90C6-A443FDAF199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5E2AF-4074-AFB0-2185-D05CB211C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09176-073A-F751-3001-8C5BBF955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917F2-951B-44EF-9C3E-375CE3CAC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099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FE06CD-42B5-E04B-85FB-F1EE43464E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00E7DD-20E1-08DE-254D-22ED26467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467A7-9FEF-C42D-F3C6-AD6B9E1A8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85144-9C4A-4D52-90C6-A443FDAF199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22F61-4DC1-EB86-2FEC-16819B7D8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1256F-A81C-BC37-8C61-CD4421459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917F2-951B-44EF-9C3E-375CE3CAC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670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80DF71-FD88-A939-E515-7FF970E6B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28952-23E9-12A7-49C0-99556E528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86874-A176-4D8E-3E76-72A28F009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85144-9C4A-4D52-90C6-A443FDAF199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FE752-3D69-7A8F-832C-55A740D201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6172A-CC7B-812C-5882-D7DB9D6199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D917F2-951B-44EF-9C3E-375CE3CAC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12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91E39A5-AFB4-2148-1571-5E616638D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757" y="9525"/>
            <a:ext cx="9164485" cy="68580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5CAEA84-5C5D-82B6-C96B-A298DC4EA2DC}"/>
              </a:ext>
            </a:extLst>
          </p:cNvPr>
          <p:cNvSpPr txBox="1"/>
          <p:nvPr/>
        </p:nvSpPr>
        <p:spPr>
          <a:xfrm>
            <a:off x="6952229" y="351136"/>
            <a:ext cx="2010796" cy="461665"/>
          </a:xfrm>
          <a:prstGeom prst="rect">
            <a:avLst/>
          </a:prstGeom>
          <a:solidFill>
            <a:schemeClr val="accent5">
              <a:lumMod val="20000"/>
              <a:lumOff val="80000"/>
              <a:alpha val="25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T21: Aviation &amp; Unmanned Systems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733F54F-5E29-87C7-6101-127D04BE7AB7}"/>
              </a:ext>
            </a:extLst>
          </p:cNvPr>
          <p:cNvCxnSpPr>
            <a:cxnSpLocks/>
          </p:cNvCxnSpPr>
          <p:nvPr/>
        </p:nvCxnSpPr>
        <p:spPr>
          <a:xfrm flipH="1" flipV="1">
            <a:off x="4962525" y="879516"/>
            <a:ext cx="1501550" cy="158669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119EACE-6831-863C-93D6-70E69E194210}"/>
              </a:ext>
            </a:extLst>
          </p:cNvPr>
          <p:cNvSpPr txBox="1"/>
          <p:nvPr/>
        </p:nvSpPr>
        <p:spPr>
          <a:xfrm>
            <a:off x="3662028" y="351136"/>
            <a:ext cx="1398345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T35: Multi-Domain Operations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F7B793C-4FA3-ECA8-51E0-10653C13EA40}"/>
              </a:ext>
            </a:extLst>
          </p:cNvPr>
          <p:cNvCxnSpPr>
            <a:cxnSpLocks/>
          </p:cNvCxnSpPr>
          <p:nvPr/>
        </p:nvCxnSpPr>
        <p:spPr>
          <a:xfrm flipV="1">
            <a:off x="8160495" y="2194256"/>
            <a:ext cx="1132917" cy="61767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04BBF55-31D0-3782-3A01-A0ADBEB0A147}"/>
              </a:ext>
            </a:extLst>
          </p:cNvPr>
          <p:cNvSpPr txBox="1"/>
          <p:nvPr/>
        </p:nvSpPr>
        <p:spPr>
          <a:xfrm>
            <a:off x="9358950" y="1877555"/>
            <a:ext cx="1100121" cy="461665"/>
          </a:xfrm>
          <a:prstGeom prst="rect">
            <a:avLst/>
          </a:prstGeom>
          <a:solidFill>
            <a:schemeClr val="accent5">
              <a:lumMod val="60000"/>
              <a:lumOff val="40000"/>
              <a:alpha val="25000"/>
            </a:schemeClr>
          </a:solidFill>
          <a:ln>
            <a:solidFill>
              <a:srgbClr val="FF9797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T28: Mission Command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5FBD767-E0AC-654A-E322-C2ED348E97B0}"/>
              </a:ext>
            </a:extLst>
          </p:cNvPr>
          <p:cNvCxnSpPr>
            <a:cxnSpLocks/>
          </p:cNvCxnSpPr>
          <p:nvPr/>
        </p:nvCxnSpPr>
        <p:spPr>
          <a:xfrm flipV="1">
            <a:off x="6826680" y="879516"/>
            <a:ext cx="196448" cy="114729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78A3D36-20F1-704D-63E1-6718D59E9D55}"/>
              </a:ext>
            </a:extLst>
          </p:cNvPr>
          <p:cNvSpPr txBox="1"/>
          <p:nvPr/>
        </p:nvSpPr>
        <p:spPr>
          <a:xfrm>
            <a:off x="6095999" y="5572349"/>
            <a:ext cx="2604656" cy="461665"/>
          </a:xfrm>
          <a:prstGeom prst="rect">
            <a:avLst/>
          </a:prstGeom>
          <a:solidFill>
            <a:srgbClr val="DCD828">
              <a:alpha val="25000"/>
            </a:srgbClr>
          </a:solidFill>
          <a:ln>
            <a:solidFill>
              <a:srgbClr val="DCD828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T38, T39: Regionally Aligned Forces, Logistics and Sustainment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2B1C041-EECA-A583-60F7-B46B5CFBF776}"/>
              </a:ext>
            </a:extLst>
          </p:cNvPr>
          <p:cNvCxnSpPr>
            <a:cxnSpLocks/>
          </p:cNvCxnSpPr>
          <p:nvPr/>
        </p:nvCxnSpPr>
        <p:spPr>
          <a:xfrm>
            <a:off x="6743700" y="3174098"/>
            <a:ext cx="475876" cy="234455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9B6C80A-1572-0EF7-777B-C85AF1760D3A}"/>
              </a:ext>
            </a:extLst>
          </p:cNvPr>
          <p:cNvSpPr txBox="1"/>
          <p:nvPr/>
        </p:nvSpPr>
        <p:spPr>
          <a:xfrm>
            <a:off x="9135074" y="5287817"/>
            <a:ext cx="1323997" cy="461665"/>
          </a:xfrm>
          <a:prstGeom prst="rect">
            <a:avLst/>
          </a:prstGeom>
          <a:solidFill>
            <a:srgbClr val="F69200">
              <a:alpha val="24706"/>
            </a:srgbClr>
          </a:solidFill>
          <a:ln>
            <a:solidFill>
              <a:srgbClr val="F692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T6: Reserve and Readiness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10748D9-7FF4-A5C4-32FE-985D32486300}"/>
              </a:ext>
            </a:extLst>
          </p:cNvPr>
          <p:cNvCxnSpPr>
            <a:cxnSpLocks/>
          </p:cNvCxnSpPr>
          <p:nvPr/>
        </p:nvCxnSpPr>
        <p:spPr>
          <a:xfrm>
            <a:off x="7486650" y="3386598"/>
            <a:ext cx="1872300" cy="183771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44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BDE250-E8B3-FCBB-FDAD-40560F842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129" y="995360"/>
            <a:ext cx="1828800" cy="20333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32BD68-3368-84E7-7816-2B87C545F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925" y="995360"/>
            <a:ext cx="1828800" cy="20333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0D130F-9073-C232-AF0B-A2A5914A4A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7721" y="995362"/>
            <a:ext cx="1660358" cy="203333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384AC37-31B3-0118-BC17-39773A0DA900}"/>
              </a:ext>
            </a:extLst>
          </p:cNvPr>
          <p:cNvSpPr/>
          <p:nvPr/>
        </p:nvSpPr>
        <p:spPr>
          <a:xfrm>
            <a:off x="10495046" y="2095500"/>
            <a:ext cx="323850" cy="276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C41B95-74CD-AD3C-315E-FF4D6665DA78}"/>
              </a:ext>
            </a:extLst>
          </p:cNvPr>
          <p:cNvSpPr/>
          <p:nvPr/>
        </p:nvSpPr>
        <p:spPr>
          <a:xfrm>
            <a:off x="10536154" y="1419476"/>
            <a:ext cx="323850" cy="276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F504647-4225-6072-2884-2A87EB1651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4129" y="3816926"/>
            <a:ext cx="1828800" cy="21168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E414176-977F-5E1B-5543-8438F6450D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5925" y="3816926"/>
            <a:ext cx="1828798" cy="191712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624AC4C-EB32-6739-A193-555F70A099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7362" y="5662611"/>
            <a:ext cx="1757361" cy="18573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FAD3923-F05C-9A73-05C5-978C8EC61A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37721" y="3859663"/>
            <a:ext cx="1660358" cy="203142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BC3A2DB-DF9A-F9B0-0353-6C1007793AEE}"/>
              </a:ext>
            </a:extLst>
          </p:cNvPr>
          <p:cNvSpPr txBox="1"/>
          <p:nvPr/>
        </p:nvSpPr>
        <p:spPr>
          <a:xfrm>
            <a:off x="1539791" y="687583"/>
            <a:ext cx="2657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T6: Reserve and Readiness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A5B0B6-F238-7D3B-FACA-F5E20C058741}"/>
              </a:ext>
            </a:extLst>
          </p:cNvPr>
          <p:cNvSpPr txBox="1"/>
          <p:nvPr/>
        </p:nvSpPr>
        <p:spPr>
          <a:xfrm>
            <a:off x="5117304" y="687583"/>
            <a:ext cx="2657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T21: Aviation &amp; Unmanned Sys.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884806-325F-4EBC-6AB4-4EB25122AA19}"/>
              </a:ext>
            </a:extLst>
          </p:cNvPr>
          <p:cNvSpPr txBox="1"/>
          <p:nvPr/>
        </p:nvSpPr>
        <p:spPr>
          <a:xfrm>
            <a:off x="8539162" y="687583"/>
            <a:ext cx="2657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T28: Mission Command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100F55-9088-6DB5-F41E-8D2CD909E744}"/>
              </a:ext>
            </a:extLst>
          </p:cNvPr>
          <p:cNvSpPr txBox="1"/>
          <p:nvPr/>
        </p:nvSpPr>
        <p:spPr>
          <a:xfrm>
            <a:off x="1539791" y="3522761"/>
            <a:ext cx="2657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T35: Multi-Domain Operations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E1F7C9-CF63-C8B1-3C94-3A3AAAED62BD}"/>
              </a:ext>
            </a:extLst>
          </p:cNvPr>
          <p:cNvSpPr txBox="1"/>
          <p:nvPr/>
        </p:nvSpPr>
        <p:spPr>
          <a:xfrm>
            <a:off x="5117304" y="3522761"/>
            <a:ext cx="2657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T38: Regionally Aligned Forces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5519CA-F3A8-50F8-5AE4-ECD80BE69B8A}"/>
              </a:ext>
            </a:extLst>
          </p:cNvPr>
          <p:cNvSpPr txBox="1"/>
          <p:nvPr/>
        </p:nvSpPr>
        <p:spPr>
          <a:xfrm>
            <a:off x="8539162" y="3522761"/>
            <a:ext cx="2657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T39: Logistics and Sustainment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08C055-96B1-236D-7501-6319087BD886}"/>
              </a:ext>
            </a:extLst>
          </p:cNvPr>
          <p:cNvSpPr txBox="1"/>
          <p:nvPr/>
        </p:nvSpPr>
        <p:spPr>
          <a:xfrm>
            <a:off x="1175458" y="981748"/>
            <a:ext cx="876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reserve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3CA2AF-B286-6DF4-75BC-873575640B5B}"/>
              </a:ext>
            </a:extLst>
          </p:cNvPr>
          <p:cNvSpPr txBox="1"/>
          <p:nvPr/>
        </p:nvSpPr>
        <p:spPr>
          <a:xfrm>
            <a:off x="1176962" y="1181647"/>
            <a:ext cx="876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train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BEAA00-5EBF-E3B2-A2CE-FEAD69DCCFBF}"/>
              </a:ext>
            </a:extLst>
          </p:cNvPr>
          <p:cNvSpPr txBox="1"/>
          <p:nvPr/>
        </p:nvSpPr>
        <p:spPr>
          <a:xfrm>
            <a:off x="1175458" y="1403699"/>
            <a:ext cx="876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unit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A1C871-7B1C-C695-93A4-9A10E33A1B66}"/>
              </a:ext>
            </a:extLst>
          </p:cNvPr>
          <p:cNvSpPr txBox="1"/>
          <p:nvPr/>
        </p:nvSpPr>
        <p:spPr>
          <a:xfrm>
            <a:off x="1173954" y="1623573"/>
            <a:ext cx="876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army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9ED0F2-24DB-9989-59D5-0A1D70C8E630}"/>
              </a:ext>
            </a:extLst>
          </p:cNvPr>
          <p:cNvSpPr txBox="1"/>
          <p:nvPr/>
        </p:nvSpPr>
        <p:spPr>
          <a:xfrm>
            <a:off x="1099508" y="1851271"/>
            <a:ext cx="9507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readiness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EDA173-A34D-00C1-A613-14ECCC59CB9B}"/>
              </a:ext>
            </a:extLst>
          </p:cNvPr>
          <p:cNvSpPr txBox="1"/>
          <p:nvPr/>
        </p:nvSpPr>
        <p:spPr>
          <a:xfrm>
            <a:off x="1099508" y="2060673"/>
            <a:ext cx="9507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force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958F33-BA95-99FD-15F6-4FB7320EC056}"/>
              </a:ext>
            </a:extLst>
          </p:cNvPr>
          <p:cNvSpPr txBox="1"/>
          <p:nvPr/>
        </p:nvSpPr>
        <p:spPr>
          <a:xfrm>
            <a:off x="1099508" y="2307704"/>
            <a:ext cx="9507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guard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D63724-CDC2-90E3-7FE6-E5B694AB5D11}"/>
              </a:ext>
            </a:extLst>
          </p:cNvPr>
          <p:cNvSpPr txBox="1"/>
          <p:nvPr/>
        </p:nvSpPr>
        <p:spPr>
          <a:xfrm>
            <a:off x="704850" y="2530853"/>
            <a:ext cx="1345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mobilization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56D1B5-DA15-FB51-2270-5AE8A0D60B77}"/>
              </a:ext>
            </a:extLst>
          </p:cNvPr>
          <p:cNvSpPr txBox="1"/>
          <p:nvPr/>
        </p:nvSpPr>
        <p:spPr>
          <a:xfrm>
            <a:off x="4731542" y="970062"/>
            <a:ext cx="876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/>
              <a:t>uas</a:t>
            </a:r>
            <a:endParaRPr lang="en-US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D2DCE8-E4D6-725C-6DE4-B8D329C8C11F}"/>
              </a:ext>
            </a:extLst>
          </p:cNvPr>
          <p:cNvSpPr txBox="1"/>
          <p:nvPr/>
        </p:nvSpPr>
        <p:spPr>
          <a:xfrm>
            <a:off x="4733046" y="1169961"/>
            <a:ext cx="876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aircraft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50BB8FD-4F9F-FDE3-6109-82427A0BAD6C}"/>
              </a:ext>
            </a:extLst>
          </p:cNvPr>
          <p:cNvSpPr txBox="1"/>
          <p:nvPr/>
        </p:nvSpPr>
        <p:spPr>
          <a:xfrm>
            <a:off x="4731542" y="1392013"/>
            <a:ext cx="876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aviation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6092F1A-13A5-13E8-078E-80A589144407}"/>
              </a:ext>
            </a:extLst>
          </p:cNvPr>
          <p:cNvSpPr txBox="1"/>
          <p:nvPr/>
        </p:nvSpPr>
        <p:spPr>
          <a:xfrm>
            <a:off x="4730038" y="1611887"/>
            <a:ext cx="876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air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9A8939D-FB03-79C4-9979-A44057F16C88}"/>
              </a:ext>
            </a:extLst>
          </p:cNvPr>
          <p:cNvSpPr txBox="1"/>
          <p:nvPr/>
        </p:nvSpPr>
        <p:spPr>
          <a:xfrm>
            <a:off x="4655592" y="1839585"/>
            <a:ext cx="9507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unman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71D1AD8-F258-5FF0-45E5-6AB7661D1FD1}"/>
              </a:ext>
            </a:extLst>
          </p:cNvPr>
          <p:cNvSpPr txBox="1"/>
          <p:nvPr/>
        </p:nvSpPr>
        <p:spPr>
          <a:xfrm>
            <a:off x="4655592" y="2048987"/>
            <a:ext cx="9507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drone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D15AD51-986D-EBB9-30B6-4E20E3BA0B58}"/>
              </a:ext>
            </a:extLst>
          </p:cNvPr>
          <p:cNvSpPr txBox="1"/>
          <p:nvPr/>
        </p:nvSpPr>
        <p:spPr>
          <a:xfrm>
            <a:off x="4655592" y="2296018"/>
            <a:ext cx="9507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capability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7E491A-597F-D3F0-1675-6D5AF69DFD39}"/>
              </a:ext>
            </a:extLst>
          </p:cNvPr>
          <p:cNvSpPr txBox="1"/>
          <p:nvPr/>
        </p:nvSpPr>
        <p:spPr>
          <a:xfrm>
            <a:off x="4260934" y="2519167"/>
            <a:ext cx="1345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force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B3C6B99-2028-1C51-072C-F670492721B0}"/>
              </a:ext>
            </a:extLst>
          </p:cNvPr>
          <p:cNvSpPr txBox="1"/>
          <p:nvPr/>
        </p:nvSpPr>
        <p:spPr>
          <a:xfrm>
            <a:off x="7263378" y="99536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mission command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38CB4C0-AB18-19E0-540A-97CECC22D3EB}"/>
              </a:ext>
            </a:extLst>
          </p:cNvPr>
          <p:cNvSpPr txBox="1"/>
          <p:nvPr/>
        </p:nvSpPr>
        <p:spPr>
          <a:xfrm>
            <a:off x="8087604" y="1195259"/>
            <a:ext cx="10060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command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C8EA6D-0639-ADE1-0B1D-9D2EAF0E180C}"/>
              </a:ext>
            </a:extLst>
          </p:cNvPr>
          <p:cNvSpPr txBox="1"/>
          <p:nvPr/>
        </p:nvSpPr>
        <p:spPr>
          <a:xfrm>
            <a:off x="8215878" y="1417311"/>
            <a:ext cx="876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mission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88353A5-13BA-53D8-F9F0-21994226ECF9}"/>
              </a:ext>
            </a:extLst>
          </p:cNvPr>
          <p:cNvSpPr txBox="1"/>
          <p:nvPr/>
        </p:nvSpPr>
        <p:spPr>
          <a:xfrm>
            <a:off x="8214374" y="1637185"/>
            <a:ext cx="876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leader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3F02EF3-DCC9-B128-1BEC-08E833A221B7}"/>
              </a:ext>
            </a:extLst>
          </p:cNvPr>
          <p:cNvSpPr txBox="1"/>
          <p:nvPr/>
        </p:nvSpPr>
        <p:spPr>
          <a:xfrm>
            <a:off x="7823284" y="1864883"/>
            <a:ext cx="1267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commander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BEFEF76-26DE-4B31-EF5C-55E463701B0A}"/>
              </a:ext>
            </a:extLst>
          </p:cNvPr>
          <p:cNvSpPr txBox="1"/>
          <p:nvPr/>
        </p:nvSpPr>
        <p:spPr>
          <a:xfrm>
            <a:off x="8139928" y="2074285"/>
            <a:ext cx="9507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army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D24DEED-A7E5-86A7-1737-7B2D329F9A4A}"/>
              </a:ext>
            </a:extLst>
          </p:cNvPr>
          <p:cNvSpPr txBox="1"/>
          <p:nvPr/>
        </p:nvSpPr>
        <p:spPr>
          <a:xfrm>
            <a:off x="8139928" y="2321316"/>
            <a:ext cx="9507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trust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273916A-6D5E-0DF9-4E39-7BB197B079A4}"/>
              </a:ext>
            </a:extLst>
          </p:cNvPr>
          <p:cNvSpPr txBox="1"/>
          <p:nvPr/>
        </p:nvSpPr>
        <p:spPr>
          <a:xfrm>
            <a:off x="7745270" y="2544465"/>
            <a:ext cx="1345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philosophy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07C594-40A4-AC03-6265-6DE12B8979DB}"/>
              </a:ext>
            </a:extLst>
          </p:cNvPr>
          <p:cNvSpPr txBox="1"/>
          <p:nvPr/>
        </p:nvSpPr>
        <p:spPr>
          <a:xfrm>
            <a:off x="1173954" y="3810217"/>
            <a:ext cx="8260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domain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40DF257-C839-D51B-6536-2994D051E24D}"/>
              </a:ext>
            </a:extLst>
          </p:cNvPr>
          <p:cNvSpPr txBox="1"/>
          <p:nvPr/>
        </p:nvSpPr>
        <p:spPr>
          <a:xfrm>
            <a:off x="651588" y="4047873"/>
            <a:ext cx="1348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multi-domain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3D095E0-DC93-9B85-5B07-3BAD73674CDE}"/>
              </a:ext>
            </a:extLst>
          </p:cNvPr>
          <p:cNvSpPr txBox="1"/>
          <p:nvPr/>
        </p:nvSpPr>
        <p:spPr>
          <a:xfrm>
            <a:off x="1122196" y="4269925"/>
            <a:ext cx="876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multi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039C567-5964-8B1B-9D99-D4572939B730}"/>
              </a:ext>
            </a:extLst>
          </p:cNvPr>
          <p:cNvSpPr txBox="1"/>
          <p:nvPr/>
        </p:nvSpPr>
        <p:spPr>
          <a:xfrm>
            <a:off x="1120692" y="4489799"/>
            <a:ext cx="876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joint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7CD31D9-A9F2-0458-46BC-0B3B46373DEA}"/>
              </a:ext>
            </a:extLst>
          </p:cNvPr>
          <p:cNvSpPr txBox="1"/>
          <p:nvPr/>
        </p:nvSpPr>
        <p:spPr>
          <a:xfrm>
            <a:off x="729602" y="4717497"/>
            <a:ext cx="1267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concept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DFEFEEE-8E20-3EB4-BA18-4CF65367C87D}"/>
              </a:ext>
            </a:extLst>
          </p:cNvPr>
          <p:cNvSpPr txBox="1"/>
          <p:nvPr/>
        </p:nvSpPr>
        <p:spPr>
          <a:xfrm>
            <a:off x="1046246" y="4926899"/>
            <a:ext cx="9507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force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ACD8526-8DF8-5836-C1BA-10F735FA9C0D}"/>
              </a:ext>
            </a:extLst>
          </p:cNvPr>
          <p:cNvSpPr txBox="1"/>
          <p:nvPr/>
        </p:nvSpPr>
        <p:spPr>
          <a:xfrm>
            <a:off x="1046246" y="5173930"/>
            <a:ext cx="9507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army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265AF82-E069-223C-EE72-46646A33863F}"/>
              </a:ext>
            </a:extLst>
          </p:cNvPr>
          <p:cNvSpPr txBox="1"/>
          <p:nvPr/>
        </p:nvSpPr>
        <p:spPr>
          <a:xfrm>
            <a:off x="651588" y="5397079"/>
            <a:ext cx="1345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/>
              <a:t>mdo</a:t>
            </a:r>
            <a:endParaRPr lang="en-US" sz="14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2995455-E8C3-8E0E-2D2B-334F6CF33B64}"/>
              </a:ext>
            </a:extLst>
          </p:cNvPr>
          <p:cNvSpPr txBox="1"/>
          <p:nvPr/>
        </p:nvSpPr>
        <p:spPr>
          <a:xfrm>
            <a:off x="3743325" y="3847974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/>
              <a:t>raf</a:t>
            </a:r>
            <a:endParaRPr lang="en-US" sz="14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ADC5EFB-8B7E-83E2-7FE9-CA9DB75D761A}"/>
              </a:ext>
            </a:extLst>
          </p:cNvPr>
          <p:cNvSpPr txBox="1"/>
          <p:nvPr/>
        </p:nvSpPr>
        <p:spPr>
          <a:xfrm>
            <a:off x="4225217" y="4047873"/>
            <a:ext cx="1348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force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06AFAD5-2893-D6D6-2B8B-D68D6181F131}"/>
              </a:ext>
            </a:extLst>
          </p:cNvPr>
          <p:cNvSpPr txBox="1"/>
          <p:nvPr/>
        </p:nvSpPr>
        <p:spPr>
          <a:xfrm>
            <a:off x="4695825" y="4269925"/>
            <a:ext cx="876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/>
              <a:t>jtf</a:t>
            </a:r>
            <a:endParaRPr lang="en-US" sz="14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3FAEE33-DCB1-3C61-AD5B-72CB52EE82E6}"/>
              </a:ext>
            </a:extLst>
          </p:cNvPr>
          <p:cNvSpPr txBox="1"/>
          <p:nvPr/>
        </p:nvSpPr>
        <p:spPr>
          <a:xfrm>
            <a:off x="4694321" y="4489799"/>
            <a:ext cx="876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joint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A674408-F048-9E29-478F-D8D40507B5AB}"/>
              </a:ext>
            </a:extLst>
          </p:cNvPr>
          <p:cNvSpPr txBox="1"/>
          <p:nvPr/>
        </p:nvSpPr>
        <p:spPr>
          <a:xfrm>
            <a:off x="4303231" y="4717497"/>
            <a:ext cx="1267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command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CAFC4CF-A06B-00C7-A220-123F51F1ED02}"/>
              </a:ext>
            </a:extLst>
          </p:cNvPr>
          <p:cNvSpPr txBox="1"/>
          <p:nvPr/>
        </p:nvSpPr>
        <p:spPr>
          <a:xfrm>
            <a:off x="4619875" y="4926899"/>
            <a:ext cx="9507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regionally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9C039F6-A7D0-C530-1CAA-76DB4A73233D}"/>
              </a:ext>
            </a:extLst>
          </p:cNvPr>
          <p:cNvSpPr txBox="1"/>
          <p:nvPr/>
        </p:nvSpPr>
        <p:spPr>
          <a:xfrm>
            <a:off x="4619875" y="5173930"/>
            <a:ext cx="9507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align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5895142-E0A0-8D8E-1BA9-6D3B713A1C3B}"/>
              </a:ext>
            </a:extLst>
          </p:cNvPr>
          <p:cNvSpPr txBox="1"/>
          <p:nvPr/>
        </p:nvSpPr>
        <p:spPr>
          <a:xfrm>
            <a:off x="4225217" y="5397079"/>
            <a:ext cx="1345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headquarter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CF3D040-FDF6-455C-E174-3F8D958F8356}"/>
              </a:ext>
            </a:extLst>
          </p:cNvPr>
          <p:cNvSpPr txBox="1"/>
          <p:nvPr/>
        </p:nvSpPr>
        <p:spPr>
          <a:xfrm>
            <a:off x="7258615" y="3845831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logistics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D4DA9B6-1505-D621-B927-444695583A52}"/>
              </a:ext>
            </a:extLst>
          </p:cNvPr>
          <p:cNvSpPr txBox="1"/>
          <p:nvPr/>
        </p:nvSpPr>
        <p:spPr>
          <a:xfrm>
            <a:off x="7740507" y="4045730"/>
            <a:ext cx="1348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supply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B9C3B81-3AE6-98EE-25F5-E89D60497660}"/>
              </a:ext>
            </a:extLst>
          </p:cNvPr>
          <p:cNvSpPr txBox="1"/>
          <p:nvPr/>
        </p:nvSpPr>
        <p:spPr>
          <a:xfrm>
            <a:off x="7818521" y="4267782"/>
            <a:ext cx="1268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supply chain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C159D27-7285-5EF0-FDDF-1656A40299E4}"/>
              </a:ext>
            </a:extLst>
          </p:cNvPr>
          <p:cNvSpPr txBox="1"/>
          <p:nvPr/>
        </p:nvSpPr>
        <p:spPr>
          <a:xfrm>
            <a:off x="8209611" y="4487656"/>
            <a:ext cx="876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chain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2967FD7-31A4-00D3-8F3F-2A7CED077C20}"/>
              </a:ext>
            </a:extLst>
          </p:cNvPr>
          <p:cNvSpPr txBox="1"/>
          <p:nvPr/>
        </p:nvSpPr>
        <p:spPr>
          <a:xfrm>
            <a:off x="7818521" y="4715354"/>
            <a:ext cx="1267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maintenance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6F0ED01-A5D1-39FA-D456-4732672478F5}"/>
              </a:ext>
            </a:extLst>
          </p:cNvPr>
          <p:cNvSpPr txBox="1"/>
          <p:nvPr/>
        </p:nvSpPr>
        <p:spPr>
          <a:xfrm>
            <a:off x="8135165" y="4924756"/>
            <a:ext cx="9507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support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5F72DF8-BC55-51F7-B2B1-8068E5E1614A}"/>
              </a:ext>
            </a:extLst>
          </p:cNvPr>
          <p:cNvSpPr txBox="1"/>
          <p:nvPr/>
        </p:nvSpPr>
        <p:spPr>
          <a:xfrm>
            <a:off x="7818521" y="5171787"/>
            <a:ext cx="1267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sustainment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971592C-6A44-DBE5-3ACA-6F91DE3F3B2B}"/>
              </a:ext>
            </a:extLst>
          </p:cNvPr>
          <p:cNvSpPr txBox="1"/>
          <p:nvPr/>
        </p:nvSpPr>
        <p:spPr>
          <a:xfrm>
            <a:off x="7740507" y="5394936"/>
            <a:ext cx="1345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army</a:t>
            </a:r>
          </a:p>
        </p:txBody>
      </p:sp>
    </p:spTree>
    <p:extLst>
      <p:ext uri="{BB962C8B-B14F-4D97-AF65-F5344CB8AC3E}">
        <p14:creationId xmlns:p14="http://schemas.microsoft.com/office/powerpoint/2010/main" val="1492778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04D09A-EEAB-3850-B9C7-F56D179F1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665" y="1197333"/>
            <a:ext cx="11342670" cy="446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326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8D635D-8F45-3049-4C81-A9005FD4C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880" y="1069181"/>
            <a:ext cx="6823455" cy="471963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FA7C765-704C-7B1B-5343-DA95F77AB9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1171"/>
              </p:ext>
            </p:extLst>
          </p:nvPr>
        </p:nvGraphicFramePr>
        <p:xfrm>
          <a:off x="903351" y="1138047"/>
          <a:ext cx="3335528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35528">
                  <a:extLst>
                    <a:ext uri="{9D8B030D-6E8A-4147-A177-3AD203B41FA5}">
                      <a16:colId xmlns:a16="http://schemas.microsoft.com/office/drawing/2014/main" val="85015684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WT20</a:t>
                      </a:r>
                      <a:r>
                        <a:rPr lang="en-US" sz="1200" u="none" strike="noStrike" dirty="0">
                          <a:effectLst/>
                        </a:rPr>
                        <a:t>: Equip. Maintenance &amp; Deployment Support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44338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5B68EA3-76DC-F271-0033-F910378DB4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642276"/>
              </p:ext>
            </p:extLst>
          </p:nvPr>
        </p:nvGraphicFramePr>
        <p:xfrm>
          <a:off x="1051723" y="1344168"/>
          <a:ext cx="3187156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87156">
                  <a:extLst>
                    <a:ext uri="{9D8B030D-6E8A-4147-A177-3AD203B41FA5}">
                      <a16:colId xmlns:a16="http://schemas.microsoft.com/office/drawing/2014/main" val="294302900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WT19</a:t>
                      </a:r>
                      <a:r>
                        <a:rPr lang="en-US" sz="1200" u="none" strike="noStrike" dirty="0">
                          <a:effectLst/>
                        </a:rPr>
                        <a:t>: Sustainment &amp; Modernization Efforts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16387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9ECC2EF-5E33-C653-2033-B6172CB63E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124645"/>
              </p:ext>
            </p:extLst>
          </p:nvPr>
        </p:nvGraphicFramePr>
        <p:xfrm>
          <a:off x="1241679" y="1548765"/>
          <a:ext cx="2997200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97200">
                  <a:extLst>
                    <a:ext uri="{9D8B030D-6E8A-4147-A177-3AD203B41FA5}">
                      <a16:colId xmlns:a16="http://schemas.microsoft.com/office/drawing/2014/main" val="22902199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WT3</a:t>
                      </a:r>
                      <a:r>
                        <a:rPr lang="en-US" sz="1200" u="none" strike="noStrike" dirty="0">
                          <a:effectLst/>
                        </a:rPr>
                        <a:t>: National Guard &amp; Reserve Components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09569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A96D319-1B51-9F3B-99BD-E34303629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639200"/>
              </p:ext>
            </p:extLst>
          </p:nvPr>
        </p:nvGraphicFramePr>
        <p:xfrm>
          <a:off x="927438" y="1764030"/>
          <a:ext cx="3311441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1441">
                  <a:extLst>
                    <a:ext uri="{9D8B030D-6E8A-4147-A177-3AD203B41FA5}">
                      <a16:colId xmlns:a16="http://schemas.microsoft.com/office/drawing/2014/main" val="169911192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WT18</a:t>
                      </a:r>
                      <a:r>
                        <a:rPr lang="en-US" sz="1200" u="none" strike="noStrike" dirty="0">
                          <a:effectLst/>
                        </a:rPr>
                        <a:t>: Reserve Support &amp; Mobilization Duties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6193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F0B9529-A374-1E6D-811B-B838D1783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059959"/>
              </p:ext>
            </p:extLst>
          </p:nvPr>
        </p:nvGraphicFramePr>
        <p:xfrm>
          <a:off x="776087" y="1956435"/>
          <a:ext cx="3462792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62792">
                  <a:extLst>
                    <a:ext uri="{9D8B030D-6E8A-4147-A177-3AD203B41FA5}">
                      <a16:colId xmlns:a16="http://schemas.microsoft.com/office/drawing/2014/main" val="147688908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WT14</a:t>
                      </a:r>
                      <a:r>
                        <a:rPr lang="en-US" sz="1200" u="none" strike="noStrike" dirty="0">
                          <a:effectLst/>
                        </a:rPr>
                        <a:t>: Operational Reserve Training &amp; Mobilization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05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3C0CD56-C89E-5E26-C0BD-EE1558720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635528"/>
              </p:ext>
            </p:extLst>
          </p:nvPr>
        </p:nvGraphicFramePr>
        <p:xfrm>
          <a:off x="858734" y="2171700"/>
          <a:ext cx="3389289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9289">
                  <a:extLst>
                    <a:ext uri="{9D8B030D-6E8A-4147-A177-3AD203B41FA5}">
                      <a16:colId xmlns:a16="http://schemas.microsoft.com/office/drawing/2014/main" val="4615737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WT10</a:t>
                      </a:r>
                      <a:r>
                        <a:rPr lang="en-US" sz="1200" u="none" strike="noStrike" dirty="0">
                          <a:effectLst/>
                        </a:rPr>
                        <a:t>: Army Reserve &amp; Active Comp. Integration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66832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4C5F8D2-ACE2-EBF0-8903-C5FCCED01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476280"/>
              </p:ext>
            </p:extLst>
          </p:nvPr>
        </p:nvGraphicFramePr>
        <p:xfrm>
          <a:off x="1250824" y="2591181"/>
          <a:ext cx="2988056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88056">
                  <a:extLst>
                    <a:ext uri="{9D8B030D-6E8A-4147-A177-3AD203B41FA5}">
                      <a16:colId xmlns:a16="http://schemas.microsoft.com/office/drawing/2014/main" val="368544086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WT9</a:t>
                      </a:r>
                      <a:r>
                        <a:rPr lang="en-US" sz="1200" u="none" strike="noStrike" dirty="0">
                          <a:effectLst/>
                        </a:rPr>
                        <a:t>: Mobilization Processes for Reserves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14563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483735B-AAE9-D042-B3AF-3397A48A6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1234"/>
              </p:ext>
            </p:extLst>
          </p:nvPr>
        </p:nvGraphicFramePr>
        <p:xfrm>
          <a:off x="653143" y="2780633"/>
          <a:ext cx="3585736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85736">
                  <a:extLst>
                    <a:ext uri="{9D8B030D-6E8A-4147-A177-3AD203B41FA5}">
                      <a16:colId xmlns:a16="http://schemas.microsoft.com/office/drawing/2014/main" val="235456155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WT16</a:t>
                      </a:r>
                      <a:r>
                        <a:rPr lang="en-US" sz="1200" u="none" strike="noStrike" dirty="0">
                          <a:effectLst/>
                        </a:rPr>
                        <a:t>: Annual Training Requirements for Reserves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88534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59EEC21-E77F-E324-31CF-79657F6E97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450867"/>
              </p:ext>
            </p:extLst>
          </p:nvPr>
        </p:nvGraphicFramePr>
        <p:xfrm>
          <a:off x="1250823" y="2986659"/>
          <a:ext cx="2997200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97200">
                  <a:extLst>
                    <a:ext uri="{9D8B030D-6E8A-4147-A177-3AD203B41FA5}">
                      <a16:colId xmlns:a16="http://schemas.microsoft.com/office/drawing/2014/main" val="234259458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WT12</a:t>
                      </a:r>
                      <a:r>
                        <a:rPr lang="en-US" sz="1200" u="none" strike="noStrike" dirty="0">
                          <a:effectLst/>
                        </a:rPr>
                        <a:t>: Leadership Dev. &amp; Combat Planning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15201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8BBD1E-2FB4-DADB-1279-FAF2B12D0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315568"/>
              </p:ext>
            </p:extLst>
          </p:nvPr>
        </p:nvGraphicFramePr>
        <p:xfrm>
          <a:off x="1320466" y="2376011"/>
          <a:ext cx="2927557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7557">
                  <a:extLst>
                    <a:ext uri="{9D8B030D-6E8A-4147-A177-3AD203B41FA5}">
                      <a16:colId xmlns:a16="http://schemas.microsoft.com/office/drawing/2014/main" val="301806227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WT6</a:t>
                      </a:r>
                      <a:r>
                        <a:rPr lang="en-US" sz="1200" u="none" strike="noStrike" dirty="0">
                          <a:effectLst/>
                        </a:rPr>
                        <a:t>: Unit Training &amp; Readiness Cycle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21287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1533244-30B8-FB0E-ACA6-F0FEB9D639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074965"/>
              </p:ext>
            </p:extLst>
          </p:nvPr>
        </p:nvGraphicFramePr>
        <p:xfrm>
          <a:off x="1250824" y="3193162"/>
          <a:ext cx="2988056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88056">
                  <a:extLst>
                    <a:ext uri="{9D8B030D-6E8A-4147-A177-3AD203B41FA5}">
                      <a16:colId xmlns:a16="http://schemas.microsoft.com/office/drawing/2014/main" val="42386073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WT13</a:t>
                      </a:r>
                      <a:r>
                        <a:rPr lang="en-US" sz="1200" u="none" strike="noStrike" dirty="0">
                          <a:effectLst/>
                        </a:rPr>
                        <a:t>: Brigade Combat Team Readiness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461848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C6B3AE4-FAC3-BB73-F217-B3CD797DE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864901"/>
              </p:ext>
            </p:extLst>
          </p:nvPr>
        </p:nvGraphicFramePr>
        <p:xfrm>
          <a:off x="968967" y="3403855"/>
          <a:ext cx="3269912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69912">
                  <a:extLst>
                    <a:ext uri="{9D8B030D-6E8A-4147-A177-3AD203B41FA5}">
                      <a16:colId xmlns:a16="http://schemas.microsoft.com/office/drawing/2014/main" val="19249325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WT17</a:t>
                      </a:r>
                      <a:r>
                        <a:rPr lang="en-US" sz="1200" u="none" strike="noStrike" dirty="0">
                          <a:effectLst/>
                        </a:rPr>
                        <a:t>: Security Force Assistance Brigades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89477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02EEE45-D53A-E874-AA15-E09E3B8D9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812374"/>
              </p:ext>
            </p:extLst>
          </p:nvPr>
        </p:nvGraphicFramePr>
        <p:xfrm>
          <a:off x="1051723" y="3615595"/>
          <a:ext cx="3187156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87156">
                  <a:extLst>
                    <a:ext uri="{9D8B030D-6E8A-4147-A177-3AD203B41FA5}">
                      <a16:colId xmlns:a16="http://schemas.microsoft.com/office/drawing/2014/main" val="362396866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WT4</a:t>
                      </a:r>
                      <a:r>
                        <a:rPr lang="en-US" sz="1200" u="none" strike="noStrike" dirty="0">
                          <a:effectLst/>
                        </a:rPr>
                        <a:t>: Regional Alignment &amp; Funding Support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669413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C014A3A-3191-93E2-BB7B-954827152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165022"/>
              </p:ext>
            </p:extLst>
          </p:nvPr>
        </p:nvGraphicFramePr>
        <p:xfrm>
          <a:off x="1423916" y="4032030"/>
          <a:ext cx="2814963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4963">
                  <a:extLst>
                    <a:ext uri="{9D8B030D-6E8A-4147-A177-3AD203B41FA5}">
                      <a16:colId xmlns:a16="http://schemas.microsoft.com/office/drawing/2014/main" val="186151252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WT7</a:t>
                      </a:r>
                      <a:r>
                        <a:rPr lang="en-US" sz="1200" u="none" strike="noStrike" dirty="0">
                          <a:effectLst/>
                        </a:rPr>
                        <a:t>: Multi-Domain Operations Concepts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641296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A185099-7FC0-6A6E-381E-B4911FAA7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726260"/>
              </p:ext>
            </p:extLst>
          </p:nvPr>
        </p:nvGraphicFramePr>
        <p:xfrm>
          <a:off x="985603" y="4233959"/>
          <a:ext cx="3253276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53276">
                  <a:extLst>
                    <a:ext uri="{9D8B030D-6E8A-4147-A177-3AD203B41FA5}">
                      <a16:colId xmlns:a16="http://schemas.microsoft.com/office/drawing/2014/main" val="287735622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WT11</a:t>
                      </a:r>
                      <a:r>
                        <a:rPr lang="en-US" sz="1200" u="none" strike="noStrike" dirty="0">
                          <a:effectLst/>
                        </a:rPr>
                        <a:t>: Domain Warfare &amp; Artillery Operations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042513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E52B4EB-CE08-A502-273B-97C7FBF85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647473"/>
              </p:ext>
            </p:extLst>
          </p:nvPr>
        </p:nvGraphicFramePr>
        <p:xfrm>
          <a:off x="662287" y="3839625"/>
          <a:ext cx="3570878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70878">
                  <a:extLst>
                    <a:ext uri="{9D8B030D-6E8A-4147-A177-3AD203B41FA5}">
                      <a16:colId xmlns:a16="http://schemas.microsoft.com/office/drawing/2014/main" val="206503705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WT0</a:t>
                      </a:r>
                      <a:r>
                        <a:rPr lang="en-US" sz="1200" u="none" strike="noStrike" dirty="0">
                          <a:effectLst/>
                        </a:rPr>
                        <a:t>: Command Philosophy &amp; Leadership Doctrine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932724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08E3D13-C971-CC4B-A02C-91C8BE692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711159"/>
              </p:ext>
            </p:extLst>
          </p:nvPr>
        </p:nvGraphicFramePr>
        <p:xfrm>
          <a:off x="653144" y="4432270"/>
          <a:ext cx="3585736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85736">
                  <a:extLst>
                    <a:ext uri="{9D8B030D-6E8A-4147-A177-3AD203B41FA5}">
                      <a16:colId xmlns:a16="http://schemas.microsoft.com/office/drawing/2014/main" val="90949122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WT1</a:t>
                      </a:r>
                      <a:r>
                        <a:rPr lang="en-US" sz="1200" u="none" strike="noStrike" dirty="0">
                          <a:effectLst/>
                        </a:rPr>
                        <a:t>: Unmanned Aerial Systems &amp; Aviation Tech.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483859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28B0CC2B-E41A-D1EE-2E1D-B83C58120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255454"/>
              </p:ext>
            </p:extLst>
          </p:nvPr>
        </p:nvGraphicFramePr>
        <p:xfrm>
          <a:off x="653142" y="4638201"/>
          <a:ext cx="3585736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85736">
                  <a:extLst>
                    <a:ext uri="{9D8B030D-6E8A-4147-A177-3AD203B41FA5}">
                      <a16:colId xmlns:a16="http://schemas.microsoft.com/office/drawing/2014/main" val="270546692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WT2</a:t>
                      </a:r>
                      <a:r>
                        <a:rPr lang="en-US" sz="1200" u="none" strike="noStrike" dirty="0">
                          <a:effectLst/>
                        </a:rPr>
                        <a:t>: Headquarters Operations &amp; Integration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730361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FE71B120-77E5-13F4-3334-7EE6C833CB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036775"/>
              </p:ext>
            </p:extLst>
          </p:nvPr>
        </p:nvGraphicFramePr>
        <p:xfrm>
          <a:off x="662287" y="4856800"/>
          <a:ext cx="3585736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85736">
                  <a:extLst>
                    <a:ext uri="{9D8B030D-6E8A-4147-A177-3AD203B41FA5}">
                      <a16:colId xmlns:a16="http://schemas.microsoft.com/office/drawing/2014/main" val="26041645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WT15</a:t>
                      </a:r>
                      <a:r>
                        <a:rPr lang="en-US" sz="1200" u="none" strike="noStrike" dirty="0">
                          <a:effectLst/>
                        </a:rPr>
                        <a:t>:Artillery &amp; Missile Capability Integration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422478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1A5AB7C3-B25D-F249-D875-ED22DC170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006700"/>
              </p:ext>
            </p:extLst>
          </p:nvPr>
        </p:nvGraphicFramePr>
        <p:xfrm>
          <a:off x="653142" y="5067493"/>
          <a:ext cx="3585736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85736">
                  <a:extLst>
                    <a:ext uri="{9D8B030D-6E8A-4147-A177-3AD203B41FA5}">
                      <a16:colId xmlns:a16="http://schemas.microsoft.com/office/drawing/2014/main" val="3085451847"/>
                    </a:ext>
                  </a:extLst>
                </a:gridCol>
              </a:tblGrid>
              <a:tr h="16840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WT5</a:t>
                      </a:r>
                      <a:r>
                        <a:rPr lang="en-US" sz="1200" u="none" strike="noStrike" dirty="0">
                          <a:effectLst/>
                        </a:rPr>
                        <a:t>: Defense Logistics &amp; Enterprise Management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995427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82D423C-CEA0-A687-C38C-C5F4C74DA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842018"/>
              </p:ext>
            </p:extLst>
          </p:nvPr>
        </p:nvGraphicFramePr>
        <p:xfrm>
          <a:off x="1051723" y="5278186"/>
          <a:ext cx="3187155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87155">
                  <a:extLst>
                    <a:ext uri="{9D8B030D-6E8A-4147-A177-3AD203B41FA5}">
                      <a16:colId xmlns:a16="http://schemas.microsoft.com/office/drawing/2014/main" val="383536551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WT8</a:t>
                      </a:r>
                      <a:r>
                        <a:rPr lang="en-US" sz="1200" u="none" strike="noStrike" dirty="0">
                          <a:effectLst/>
                        </a:rPr>
                        <a:t>: Additive Manufacturing Technologies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44370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DEA24405-A93C-FC70-6282-2BCD031A237C}"/>
              </a:ext>
            </a:extLst>
          </p:cNvPr>
          <p:cNvSpPr txBox="1"/>
          <p:nvPr/>
        </p:nvSpPr>
        <p:spPr>
          <a:xfrm>
            <a:off x="8770621" y="2046565"/>
            <a:ext cx="2221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Operational Readiness and Reserve Mobilization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120445-3E3B-5AF9-3272-B910446ED86A}"/>
              </a:ext>
            </a:extLst>
          </p:cNvPr>
          <p:cNvSpPr txBox="1"/>
          <p:nvPr/>
        </p:nvSpPr>
        <p:spPr>
          <a:xfrm>
            <a:off x="9288910" y="4026122"/>
            <a:ext cx="1726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Strategic Command, </a:t>
            </a:r>
          </a:p>
          <a:p>
            <a:r>
              <a:rPr lang="en-US" sz="1200" b="1" dirty="0"/>
              <a:t>Technology, &amp; </a:t>
            </a:r>
          </a:p>
          <a:p>
            <a:r>
              <a:rPr lang="en-US" sz="1200" b="1" dirty="0"/>
              <a:t>Multi-Domain Warfare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BECF359-10FD-6528-C4A6-5A98B1045924}"/>
              </a:ext>
            </a:extLst>
          </p:cNvPr>
          <p:cNvCxnSpPr/>
          <p:nvPr/>
        </p:nvCxnSpPr>
        <p:spPr>
          <a:xfrm>
            <a:off x="10991850" y="2479655"/>
            <a:ext cx="0" cy="2189881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3826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8E6B450-3347-1D98-DEFD-989CEF02949A}"/>
              </a:ext>
            </a:extLst>
          </p:cNvPr>
          <p:cNvSpPr txBox="1"/>
          <p:nvPr/>
        </p:nvSpPr>
        <p:spPr>
          <a:xfrm rot="16200000">
            <a:off x="771525" y="3244334"/>
            <a:ext cx="14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Proportion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4A3B29-D149-4783-07FE-1381437C5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112" y="914400"/>
            <a:ext cx="8867775" cy="5029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9BE84E-2031-B9B1-0071-CE6A0D1AA79D}"/>
              </a:ext>
            </a:extLst>
          </p:cNvPr>
          <p:cNvSpPr txBox="1"/>
          <p:nvPr/>
        </p:nvSpPr>
        <p:spPr>
          <a:xfrm>
            <a:off x="5391150" y="5800030"/>
            <a:ext cx="14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Year</a:t>
            </a:r>
          </a:p>
        </p:txBody>
      </p:sp>
    </p:spTree>
    <p:extLst>
      <p:ext uri="{BB962C8B-B14F-4D97-AF65-F5344CB8AC3E}">
        <p14:creationId xmlns:p14="http://schemas.microsoft.com/office/powerpoint/2010/main" val="1656232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211DF1F-8CC3-B379-E33A-758785131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02" y="1317915"/>
            <a:ext cx="7700903" cy="422148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0E869DA-169C-32F5-8D64-BD4E15992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567843"/>
              </p:ext>
            </p:extLst>
          </p:nvPr>
        </p:nvGraphicFramePr>
        <p:xfrm>
          <a:off x="8332325" y="5064764"/>
          <a:ext cx="3335528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35528">
                  <a:extLst>
                    <a:ext uri="{9D8B030D-6E8A-4147-A177-3AD203B41FA5}">
                      <a16:colId xmlns:a16="http://schemas.microsoft.com/office/drawing/2014/main" val="235456155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WT16</a:t>
                      </a:r>
                      <a:r>
                        <a:rPr lang="en-US" sz="1200" u="none" strike="noStrike" dirty="0">
                          <a:effectLst/>
                        </a:rPr>
                        <a:t>: Annual Training Requirements for Reserves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88534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E542360-8FA7-7277-972B-6D155F563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838422"/>
              </p:ext>
            </p:extLst>
          </p:nvPr>
        </p:nvGraphicFramePr>
        <p:xfrm>
          <a:off x="8332325" y="4686335"/>
          <a:ext cx="3389289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9289">
                  <a:extLst>
                    <a:ext uri="{9D8B030D-6E8A-4147-A177-3AD203B41FA5}">
                      <a16:colId xmlns:a16="http://schemas.microsoft.com/office/drawing/2014/main" val="4615737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WT10</a:t>
                      </a:r>
                      <a:r>
                        <a:rPr lang="en-US" sz="1200" u="none" strike="noStrike" dirty="0">
                          <a:effectLst/>
                        </a:rPr>
                        <a:t>: Army Reserve &amp; Active Comp. Integration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66832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CB7E352-4849-0A78-656F-76A68FB667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977860"/>
              </p:ext>
            </p:extLst>
          </p:nvPr>
        </p:nvGraphicFramePr>
        <p:xfrm>
          <a:off x="8332325" y="4466498"/>
          <a:ext cx="2988056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88056">
                  <a:extLst>
                    <a:ext uri="{9D8B030D-6E8A-4147-A177-3AD203B41FA5}">
                      <a16:colId xmlns:a16="http://schemas.microsoft.com/office/drawing/2014/main" val="42386073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WT13</a:t>
                      </a:r>
                      <a:r>
                        <a:rPr lang="en-US" sz="1200" u="none" strike="noStrike" dirty="0">
                          <a:effectLst/>
                        </a:rPr>
                        <a:t>: Brigade Combat Team Readiness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46184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CAAC377-762A-F684-B3C2-BEBF487494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191134"/>
              </p:ext>
            </p:extLst>
          </p:nvPr>
        </p:nvGraphicFramePr>
        <p:xfrm>
          <a:off x="8332325" y="4155031"/>
          <a:ext cx="3335528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35528">
                  <a:extLst>
                    <a:ext uri="{9D8B030D-6E8A-4147-A177-3AD203B41FA5}">
                      <a16:colId xmlns:a16="http://schemas.microsoft.com/office/drawing/2014/main" val="85015684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WT20</a:t>
                      </a:r>
                      <a:r>
                        <a:rPr lang="en-US" sz="1200" u="none" strike="noStrike" dirty="0">
                          <a:effectLst/>
                        </a:rPr>
                        <a:t>: Equip. Maintenance &amp; Deployment Support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44338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9946CBC-2BE9-6CF6-BE0F-DCBA20F32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780811"/>
              </p:ext>
            </p:extLst>
          </p:nvPr>
        </p:nvGraphicFramePr>
        <p:xfrm>
          <a:off x="8332325" y="3773412"/>
          <a:ext cx="2997200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97200">
                  <a:extLst>
                    <a:ext uri="{9D8B030D-6E8A-4147-A177-3AD203B41FA5}">
                      <a16:colId xmlns:a16="http://schemas.microsoft.com/office/drawing/2014/main" val="234259458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WT12</a:t>
                      </a:r>
                      <a:r>
                        <a:rPr lang="en-US" sz="1200" u="none" strike="noStrike" dirty="0">
                          <a:effectLst/>
                        </a:rPr>
                        <a:t>: Leadership Dev. &amp; Combat Planning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15201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DF24B4A-A0EA-F7ED-793B-B638309A9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035239"/>
              </p:ext>
            </p:extLst>
          </p:nvPr>
        </p:nvGraphicFramePr>
        <p:xfrm>
          <a:off x="8332325" y="3553575"/>
          <a:ext cx="2988056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88056">
                  <a:extLst>
                    <a:ext uri="{9D8B030D-6E8A-4147-A177-3AD203B41FA5}">
                      <a16:colId xmlns:a16="http://schemas.microsoft.com/office/drawing/2014/main" val="368544086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WT9</a:t>
                      </a:r>
                      <a:r>
                        <a:rPr lang="en-US" sz="1200" u="none" strike="noStrike" dirty="0">
                          <a:effectLst/>
                        </a:rPr>
                        <a:t>: Mobilization Processes for Reserves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14563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58A0D09-A148-AF0E-E742-2B00FB3116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785784"/>
              </p:ext>
            </p:extLst>
          </p:nvPr>
        </p:nvGraphicFramePr>
        <p:xfrm>
          <a:off x="8332325" y="3214676"/>
          <a:ext cx="2997200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97200">
                  <a:extLst>
                    <a:ext uri="{9D8B030D-6E8A-4147-A177-3AD203B41FA5}">
                      <a16:colId xmlns:a16="http://schemas.microsoft.com/office/drawing/2014/main" val="22902199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WT3</a:t>
                      </a:r>
                      <a:r>
                        <a:rPr lang="en-US" sz="1200" u="none" strike="noStrike" dirty="0">
                          <a:effectLst/>
                        </a:rPr>
                        <a:t>: National Guard &amp; Reserve Components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09569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C37E151-7090-CCB2-50AD-C4324C73B99C}"/>
              </a:ext>
            </a:extLst>
          </p:cNvPr>
          <p:cNvSpPr txBox="1"/>
          <p:nvPr/>
        </p:nvSpPr>
        <p:spPr>
          <a:xfrm>
            <a:off x="8265650" y="2587807"/>
            <a:ext cx="33355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">
              <a:buNone/>
            </a:pPr>
            <a:r>
              <a:rPr lang="en-US" sz="1200" b="1" u="none" strike="noStrike" dirty="0">
                <a:effectLst/>
              </a:rPr>
              <a:t>WT14</a:t>
            </a:r>
            <a:r>
              <a:rPr lang="en-US" sz="1200" u="none" strike="noStrike" dirty="0">
                <a:effectLst/>
              </a:rPr>
              <a:t>: Operational Reserve Training &amp; Mobilization</a:t>
            </a:r>
            <a:endParaRPr lang="en-US" sz="12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5103626-A73C-585C-B48E-FCF733AD5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427857"/>
              </p:ext>
            </p:extLst>
          </p:nvPr>
        </p:nvGraphicFramePr>
        <p:xfrm>
          <a:off x="8332325" y="2248908"/>
          <a:ext cx="3311441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1441">
                  <a:extLst>
                    <a:ext uri="{9D8B030D-6E8A-4147-A177-3AD203B41FA5}">
                      <a16:colId xmlns:a16="http://schemas.microsoft.com/office/drawing/2014/main" val="169911192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WT18</a:t>
                      </a:r>
                      <a:r>
                        <a:rPr lang="en-US" sz="1200" u="none" strike="noStrike" dirty="0">
                          <a:effectLst/>
                        </a:rPr>
                        <a:t>: Reserve Support &amp; Mobilization Duties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6193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31FF753-75C8-64BA-8A15-72CDFBBA5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907532"/>
              </p:ext>
            </p:extLst>
          </p:nvPr>
        </p:nvGraphicFramePr>
        <p:xfrm>
          <a:off x="8332325" y="1916050"/>
          <a:ext cx="3187156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87156">
                  <a:extLst>
                    <a:ext uri="{9D8B030D-6E8A-4147-A177-3AD203B41FA5}">
                      <a16:colId xmlns:a16="http://schemas.microsoft.com/office/drawing/2014/main" val="294302900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WT19</a:t>
                      </a:r>
                      <a:r>
                        <a:rPr lang="en-US" sz="1200" u="none" strike="noStrike" dirty="0">
                          <a:effectLst/>
                        </a:rPr>
                        <a:t>: Sustainment &amp; Modernization Efforts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163872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35FC402-F9C5-AF73-5FE6-2B82182B8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455739"/>
              </p:ext>
            </p:extLst>
          </p:nvPr>
        </p:nvGraphicFramePr>
        <p:xfrm>
          <a:off x="8332325" y="1548862"/>
          <a:ext cx="2927557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7557">
                  <a:extLst>
                    <a:ext uri="{9D8B030D-6E8A-4147-A177-3AD203B41FA5}">
                      <a16:colId xmlns:a16="http://schemas.microsoft.com/office/drawing/2014/main" val="301806227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WT6</a:t>
                      </a:r>
                      <a:r>
                        <a:rPr lang="en-US" sz="1200" u="none" strike="noStrike" dirty="0">
                          <a:effectLst/>
                        </a:rPr>
                        <a:t>: Unit Training &amp; Readiness Cycle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212870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00A7CDF-0C8A-1A98-B7A2-3C47B73804CB}"/>
              </a:ext>
            </a:extLst>
          </p:cNvPr>
          <p:cNvSpPr txBox="1"/>
          <p:nvPr/>
        </p:nvSpPr>
        <p:spPr>
          <a:xfrm>
            <a:off x="3961703" y="5385506"/>
            <a:ext cx="1409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Year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E63F0E-E358-085E-FF86-725D779248F8}"/>
              </a:ext>
            </a:extLst>
          </p:cNvPr>
          <p:cNvSpPr txBox="1"/>
          <p:nvPr/>
        </p:nvSpPr>
        <p:spPr>
          <a:xfrm rot="16200000">
            <a:off x="44578" y="3253192"/>
            <a:ext cx="1409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Proportion</a:t>
            </a:r>
          </a:p>
        </p:txBody>
      </p:sp>
    </p:spTree>
    <p:extLst>
      <p:ext uri="{BB962C8B-B14F-4D97-AF65-F5344CB8AC3E}">
        <p14:creationId xmlns:p14="http://schemas.microsoft.com/office/powerpoint/2010/main" val="2411806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5FBB9F-F1D8-52DF-0A93-C0D327D8A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2" y="1312406"/>
            <a:ext cx="7705724" cy="423318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93AFE0-7706-9F1B-A828-4BF6C4B2DD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275469"/>
              </p:ext>
            </p:extLst>
          </p:nvPr>
        </p:nvGraphicFramePr>
        <p:xfrm>
          <a:off x="8595523" y="5049586"/>
          <a:ext cx="3187155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87155">
                  <a:extLst>
                    <a:ext uri="{9D8B030D-6E8A-4147-A177-3AD203B41FA5}">
                      <a16:colId xmlns:a16="http://schemas.microsoft.com/office/drawing/2014/main" val="383536551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WT8</a:t>
                      </a:r>
                      <a:r>
                        <a:rPr lang="en-US" sz="1200" u="none" strike="noStrike" dirty="0">
                          <a:effectLst/>
                        </a:rPr>
                        <a:t>: Additive Manufacturing Technologies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4437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3CFAA72-052A-04A3-D518-5BFDE7B90C05}"/>
              </a:ext>
            </a:extLst>
          </p:cNvPr>
          <p:cNvSpPr txBox="1"/>
          <p:nvPr/>
        </p:nvSpPr>
        <p:spPr>
          <a:xfrm>
            <a:off x="8515603" y="4664634"/>
            <a:ext cx="33051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">
              <a:buNone/>
            </a:pPr>
            <a:r>
              <a:rPr lang="en-US" sz="1200" b="1" u="none" strike="noStrike" dirty="0">
                <a:effectLst/>
              </a:rPr>
              <a:t>WT15</a:t>
            </a:r>
            <a:r>
              <a:rPr lang="en-US" sz="1200" u="none" strike="noStrike" dirty="0">
                <a:effectLst/>
              </a:rPr>
              <a:t>:Artillery &amp; Missile Capability Integration</a:t>
            </a:r>
            <a:endParaRPr lang="en-US" sz="12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0D7ECB2-07F0-23FE-0B76-27804CAA13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010100"/>
              </p:ext>
            </p:extLst>
          </p:nvPr>
        </p:nvGraphicFramePr>
        <p:xfrm>
          <a:off x="8595523" y="4047730"/>
          <a:ext cx="2358227" cy="3752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8227">
                  <a:extLst>
                    <a:ext uri="{9D8B030D-6E8A-4147-A177-3AD203B41FA5}">
                      <a16:colId xmlns:a16="http://schemas.microsoft.com/office/drawing/2014/main" val="206503705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WT0</a:t>
                      </a:r>
                      <a:r>
                        <a:rPr lang="en-US" sz="1200" u="none" strike="noStrike" dirty="0">
                          <a:effectLst/>
                        </a:rPr>
                        <a:t>: Command Philosophy &amp; </a:t>
                      </a:r>
                    </a:p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Leadership Doctrine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93272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741EFDB-EAC9-53CA-DE55-686BE9158F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285908"/>
              </p:ext>
            </p:extLst>
          </p:nvPr>
        </p:nvGraphicFramePr>
        <p:xfrm>
          <a:off x="8595523" y="3409949"/>
          <a:ext cx="3305175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05175">
                  <a:extLst>
                    <a:ext uri="{9D8B030D-6E8A-4147-A177-3AD203B41FA5}">
                      <a16:colId xmlns:a16="http://schemas.microsoft.com/office/drawing/2014/main" val="3085451847"/>
                    </a:ext>
                  </a:extLst>
                </a:gridCol>
              </a:tblGrid>
              <a:tr h="1684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WT5</a:t>
                      </a:r>
                      <a:r>
                        <a:rPr lang="en-US" sz="1200" u="none" strike="noStrike" dirty="0">
                          <a:effectLst/>
                        </a:rPr>
                        <a:t>: Defense Logistics &amp; Enterprise Management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99542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68E284B-6D27-AE0B-0F39-35A5888DA7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819344"/>
              </p:ext>
            </p:extLst>
          </p:nvPr>
        </p:nvGraphicFramePr>
        <p:xfrm>
          <a:off x="8595523" y="3186743"/>
          <a:ext cx="3253276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53276">
                  <a:extLst>
                    <a:ext uri="{9D8B030D-6E8A-4147-A177-3AD203B41FA5}">
                      <a16:colId xmlns:a16="http://schemas.microsoft.com/office/drawing/2014/main" val="287735622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WT11</a:t>
                      </a:r>
                      <a:r>
                        <a:rPr lang="en-US" sz="1200" u="none" strike="noStrike" dirty="0">
                          <a:effectLst/>
                        </a:rPr>
                        <a:t>: Domain Warfare &amp; Artillery Operations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04251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837CA2D-1BEE-945B-7EF0-B198DD6E40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626637"/>
              </p:ext>
            </p:extLst>
          </p:nvPr>
        </p:nvGraphicFramePr>
        <p:xfrm>
          <a:off x="8595523" y="3009582"/>
          <a:ext cx="3110702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10702">
                  <a:extLst>
                    <a:ext uri="{9D8B030D-6E8A-4147-A177-3AD203B41FA5}">
                      <a16:colId xmlns:a16="http://schemas.microsoft.com/office/drawing/2014/main" val="270546692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WT2</a:t>
                      </a:r>
                      <a:r>
                        <a:rPr lang="en-US" sz="1200" u="none" strike="noStrike" dirty="0">
                          <a:effectLst/>
                        </a:rPr>
                        <a:t>: Headquarters Operations &amp; Integration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73036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9C6AA4B-2C62-577D-BFA5-9511A038F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661176"/>
              </p:ext>
            </p:extLst>
          </p:nvPr>
        </p:nvGraphicFramePr>
        <p:xfrm>
          <a:off x="8595523" y="2782607"/>
          <a:ext cx="2814963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4963">
                  <a:extLst>
                    <a:ext uri="{9D8B030D-6E8A-4147-A177-3AD203B41FA5}">
                      <a16:colId xmlns:a16="http://schemas.microsoft.com/office/drawing/2014/main" val="186151252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WT7</a:t>
                      </a:r>
                      <a:r>
                        <a:rPr lang="en-US" sz="1200" u="none" strike="noStrike" dirty="0">
                          <a:effectLst/>
                        </a:rPr>
                        <a:t>: Multi-Domain Operations Concepts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641296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3D62BA7-DE56-22DE-BB37-F19A1DB86065}"/>
              </a:ext>
            </a:extLst>
          </p:cNvPr>
          <p:cNvCxnSpPr>
            <a:cxnSpLocks/>
          </p:cNvCxnSpPr>
          <p:nvPr/>
        </p:nvCxnSpPr>
        <p:spPr>
          <a:xfrm flipV="1">
            <a:off x="7983112" y="2444624"/>
            <a:ext cx="628153" cy="2667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1C63623-4BF3-70BD-6427-CB0A22673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749035"/>
              </p:ext>
            </p:extLst>
          </p:nvPr>
        </p:nvGraphicFramePr>
        <p:xfrm>
          <a:off x="8595522" y="2551863"/>
          <a:ext cx="3187156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87156">
                  <a:extLst>
                    <a:ext uri="{9D8B030D-6E8A-4147-A177-3AD203B41FA5}">
                      <a16:colId xmlns:a16="http://schemas.microsoft.com/office/drawing/2014/main" val="362396866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WT4</a:t>
                      </a:r>
                      <a:r>
                        <a:rPr lang="en-US" sz="1200" u="none" strike="noStrike" dirty="0">
                          <a:effectLst/>
                        </a:rPr>
                        <a:t>: Regional Alignment &amp; Funding Support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66941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6025293-DBD5-0244-07E3-14BE609CC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018831"/>
              </p:ext>
            </p:extLst>
          </p:nvPr>
        </p:nvGraphicFramePr>
        <p:xfrm>
          <a:off x="8595363" y="2349933"/>
          <a:ext cx="3269912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69912">
                  <a:extLst>
                    <a:ext uri="{9D8B030D-6E8A-4147-A177-3AD203B41FA5}">
                      <a16:colId xmlns:a16="http://schemas.microsoft.com/office/drawing/2014/main" val="19249325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WT17</a:t>
                      </a:r>
                      <a:r>
                        <a:rPr lang="en-US" sz="1200" u="none" strike="noStrike" dirty="0">
                          <a:effectLst/>
                        </a:rPr>
                        <a:t>: Security Force Assistance Brigades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89477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58DC1A4-FCB3-AE4E-5943-E899B1E7E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851151"/>
              </p:ext>
            </p:extLst>
          </p:nvPr>
        </p:nvGraphicFramePr>
        <p:xfrm>
          <a:off x="8606264" y="1856467"/>
          <a:ext cx="3305175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05175">
                  <a:extLst>
                    <a:ext uri="{9D8B030D-6E8A-4147-A177-3AD203B41FA5}">
                      <a16:colId xmlns:a16="http://schemas.microsoft.com/office/drawing/2014/main" val="90949122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WT1</a:t>
                      </a:r>
                      <a:r>
                        <a:rPr lang="en-US" sz="1200" u="none" strike="noStrike" dirty="0">
                          <a:effectLst/>
                        </a:rPr>
                        <a:t>: Unmanned Aerial Systems &amp; Aviation Tech.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48385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694760DA-017B-ED43-EB76-0DD1E1F5541E}"/>
              </a:ext>
            </a:extLst>
          </p:cNvPr>
          <p:cNvSpPr txBox="1"/>
          <p:nvPr/>
        </p:nvSpPr>
        <p:spPr>
          <a:xfrm>
            <a:off x="4214814" y="5391704"/>
            <a:ext cx="1409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Year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181C4F-3BD2-9D1A-BCFA-6584893C43DE}"/>
              </a:ext>
            </a:extLst>
          </p:cNvPr>
          <p:cNvSpPr txBox="1"/>
          <p:nvPr/>
        </p:nvSpPr>
        <p:spPr>
          <a:xfrm rot="16200000">
            <a:off x="299021" y="3225259"/>
            <a:ext cx="1409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Proportion</a:t>
            </a:r>
          </a:p>
        </p:txBody>
      </p:sp>
    </p:spTree>
    <p:extLst>
      <p:ext uri="{BB962C8B-B14F-4D97-AF65-F5344CB8AC3E}">
        <p14:creationId xmlns:p14="http://schemas.microsoft.com/office/powerpoint/2010/main" val="1175918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4668</TotalTime>
  <Words>417</Words>
  <Application>Microsoft Office PowerPoint</Application>
  <PresentationFormat>Widescreen</PresentationFormat>
  <Paragraphs>112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Aptos Narrow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Kannan, Kasthuri Dr.</dc:creator>
  <cp:lastModifiedBy>Kannan, Kasthuri Dr.</cp:lastModifiedBy>
  <cp:revision>1</cp:revision>
  <dcterms:created xsi:type="dcterms:W3CDTF">2025-10-19T19:19:02Z</dcterms:created>
  <dcterms:modified xsi:type="dcterms:W3CDTF">2025-10-23T16:19:56Z</dcterms:modified>
</cp:coreProperties>
</file>